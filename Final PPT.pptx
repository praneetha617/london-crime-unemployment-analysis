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90" r:id="rId3"/>
    <p:sldId id="258" r:id="rId4"/>
    <p:sldId id="259" r:id="rId5"/>
    <p:sldId id="260" r:id="rId6"/>
    <p:sldId id="261" r:id="rId7"/>
    <p:sldId id="262" r:id="rId8"/>
    <p:sldId id="288" r:id="rId9"/>
    <p:sldId id="273" r:id="rId10"/>
    <p:sldId id="289" r:id="rId11"/>
    <p:sldId id="283" r:id="rId12"/>
    <p:sldId id="263" r:id="rId13"/>
    <p:sldId id="280" r:id="rId14"/>
    <p:sldId id="282" r:id="rId15"/>
    <p:sldId id="285" r:id="rId16"/>
    <p:sldId id="287" r:id="rId17"/>
    <p:sldId id="281" r:id="rId1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441" autoAdjust="0"/>
    <p:restoredTop sz="89223" autoAdjust="0"/>
  </p:normalViewPr>
  <p:slideViewPr>
    <p:cSldViewPr>
      <p:cViewPr>
        <p:scale>
          <a:sx n="86" d="100"/>
          <a:sy n="86" d="100"/>
        </p:scale>
        <p:origin x="-912" y="27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eedhar jaswanth" userId="4591269e039d95f9" providerId="LiveId" clId="{FD183EA3-7F6D-4786-A7C2-47D35F7AAB9A}"/>
    <pc:docChg chg="custSel addSld delSld modSld">
      <pc:chgData name="sreedhar jaswanth" userId="4591269e039d95f9" providerId="LiveId" clId="{FD183EA3-7F6D-4786-A7C2-47D35F7AAB9A}" dt="2020-04-17T06:23:30.354" v="792" actId="20577"/>
      <pc:docMkLst>
        <pc:docMk/>
      </pc:docMkLst>
      <pc:sldChg chg="modSp mod">
        <pc:chgData name="sreedhar jaswanth" userId="4591269e039d95f9" providerId="LiveId" clId="{FD183EA3-7F6D-4786-A7C2-47D35F7AAB9A}" dt="2020-04-17T04:59:03.793" v="15" actId="20577"/>
        <pc:sldMkLst>
          <pc:docMk/>
          <pc:sldMk cId="0" sldId="258"/>
        </pc:sldMkLst>
        <pc:spChg chg="mod">
          <ac:chgData name="sreedhar jaswanth" userId="4591269e039d95f9" providerId="LiveId" clId="{FD183EA3-7F6D-4786-A7C2-47D35F7AAB9A}" dt="2020-04-17T04:59:03.793" v="15" actId="20577"/>
          <ac:spMkLst>
            <pc:docMk/>
            <pc:sldMk cId="0" sldId="258"/>
            <ac:spMk id="1048602" creationId="{00000000-0000-0000-0000-000000000000}"/>
          </ac:spMkLst>
        </pc:spChg>
      </pc:sldChg>
      <pc:sldChg chg="modSp mod">
        <pc:chgData name="sreedhar jaswanth" userId="4591269e039d95f9" providerId="LiveId" clId="{FD183EA3-7F6D-4786-A7C2-47D35F7AAB9A}" dt="2020-04-17T06:19:16.852" v="613" actId="12"/>
        <pc:sldMkLst>
          <pc:docMk/>
          <pc:sldMk cId="0" sldId="259"/>
        </pc:sldMkLst>
        <pc:spChg chg="mod">
          <ac:chgData name="sreedhar jaswanth" userId="4591269e039d95f9" providerId="LiveId" clId="{FD183EA3-7F6D-4786-A7C2-47D35F7AAB9A}" dt="2020-04-17T06:19:16.852" v="613" actId="12"/>
          <ac:spMkLst>
            <pc:docMk/>
            <pc:sldMk cId="0" sldId="259"/>
            <ac:spMk id="1048607" creationId="{00000000-0000-0000-0000-000000000000}"/>
          </ac:spMkLst>
        </pc:spChg>
      </pc:sldChg>
      <pc:sldChg chg="modSp mod">
        <pc:chgData name="sreedhar jaswanth" userId="4591269e039d95f9" providerId="LiveId" clId="{FD183EA3-7F6D-4786-A7C2-47D35F7AAB9A}" dt="2020-04-17T05:58:24.605" v="559" actId="20577"/>
        <pc:sldMkLst>
          <pc:docMk/>
          <pc:sldMk cId="0" sldId="260"/>
        </pc:sldMkLst>
        <pc:spChg chg="mod">
          <ac:chgData name="sreedhar jaswanth" userId="4591269e039d95f9" providerId="LiveId" clId="{FD183EA3-7F6D-4786-A7C2-47D35F7AAB9A}" dt="2020-04-17T05:58:24.605" v="559" actId="20577"/>
          <ac:spMkLst>
            <pc:docMk/>
            <pc:sldMk cId="0" sldId="260"/>
            <ac:spMk id="1048609" creationId="{00000000-0000-0000-0000-000000000000}"/>
          </ac:spMkLst>
        </pc:spChg>
      </pc:sldChg>
      <pc:sldChg chg="modSp del mod">
        <pc:chgData name="sreedhar jaswanth" userId="4591269e039d95f9" providerId="LiveId" clId="{FD183EA3-7F6D-4786-A7C2-47D35F7AAB9A}" dt="2020-04-17T06:17:45.275" v="578" actId="2696"/>
        <pc:sldMkLst>
          <pc:docMk/>
          <pc:sldMk cId="0" sldId="263"/>
        </pc:sldMkLst>
        <pc:spChg chg="mod">
          <ac:chgData name="sreedhar jaswanth" userId="4591269e039d95f9" providerId="LiveId" clId="{FD183EA3-7F6D-4786-A7C2-47D35F7AAB9A}" dt="2020-04-17T05:28:46.132" v="495" actId="20577"/>
          <ac:spMkLst>
            <pc:docMk/>
            <pc:sldMk cId="0" sldId="263"/>
            <ac:spMk id="1048615" creationId="{00000000-0000-0000-0000-000000000000}"/>
          </ac:spMkLst>
        </pc:spChg>
      </pc:sldChg>
      <pc:sldChg chg="modSp add mod">
        <pc:chgData name="sreedhar jaswanth" userId="4591269e039d95f9" providerId="LiveId" clId="{FD183EA3-7F6D-4786-A7C2-47D35F7AAB9A}" dt="2020-04-17T06:23:30.354" v="792" actId="20577"/>
        <pc:sldMkLst>
          <pc:docMk/>
          <pc:sldMk cId="727610493" sldId="263"/>
        </pc:sldMkLst>
        <pc:spChg chg="mod">
          <ac:chgData name="sreedhar jaswanth" userId="4591269e039d95f9" providerId="LiveId" clId="{FD183EA3-7F6D-4786-A7C2-47D35F7AAB9A}" dt="2020-04-17T06:23:30.354" v="792" actId="20577"/>
          <ac:spMkLst>
            <pc:docMk/>
            <pc:sldMk cId="727610493" sldId="263"/>
            <ac:spMk id="1048614" creationId="{00000000-0000-0000-0000-000000000000}"/>
          </ac:spMkLst>
        </pc:spChg>
      </pc:sldChg>
      <pc:sldChg chg="del">
        <pc:chgData name="sreedhar jaswanth" userId="4591269e039d95f9" providerId="LiveId" clId="{FD183EA3-7F6D-4786-A7C2-47D35F7AAB9A}" dt="2020-04-17T06:16:40.301" v="573" actId="2696"/>
        <pc:sldMkLst>
          <pc:docMk/>
          <pc:sldMk cId="0" sldId="264"/>
        </pc:sldMkLst>
      </pc:sldChg>
      <pc:sldChg chg="del">
        <pc:chgData name="sreedhar jaswanth" userId="4591269e039d95f9" providerId="LiveId" clId="{FD183EA3-7F6D-4786-A7C2-47D35F7AAB9A}" dt="2020-04-17T06:16:53.384" v="574" actId="2696"/>
        <pc:sldMkLst>
          <pc:docMk/>
          <pc:sldMk cId="0" sldId="265"/>
        </pc:sldMkLst>
      </pc:sldChg>
      <pc:sldChg chg="del">
        <pc:chgData name="sreedhar jaswanth" userId="4591269e039d95f9" providerId="LiveId" clId="{FD183EA3-7F6D-4786-A7C2-47D35F7AAB9A}" dt="2020-04-17T06:16:58.147" v="575" actId="2696"/>
        <pc:sldMkLst>
          <pc:docMk/>
          <pc:sldMk cId="0" sldId="266"/>
        </pc:sldMkLst>
      </pc:sldChg>
      <pc:sldChg chg="del">
        <pc:chgData name="sreedhar jaswanth" userId="4591269e039d95f9" providerId="LiveId" clId="{FD183EA3-7F6D-4786-A7C2-47D35F7AAB9A}" dt="2020-04-17T06:17:02.293" v="576" actId="2696"/>
        <pc:sldMkLst>
          <pc:docMk/>
          <pc:sldMk cId="0" sldId="268"/>
        </pc:sldMkLst>
      </pc:sldChg>
      <pc:sldChg chg="modSp del mod">
        <pc:chgData name="sreedhar jaswanth" userId="4591269e039d95f9" providerId="LiveId" clId="{FD183EA3-7F6D-4786-A7C2-47D35F7AAB9A}" dt="2020-04-17T06:17:39.089" v="577" actId="2696"/>
        <pc:sldMkLst>
          <pc:docMk/>
          <pc:sldMk cId="0" sldId="279"/>
        </pc:sldMkLst>
        <pc:spChg chg="mod">
          <ac:chgData name="sreedhar jaswanth" userId="4591269e039d95f9" providerId="LiveId" clId="{FD183EA3-7F6D-4786-A7C2-47D35F7AAB9A}" dt="2020-04-17T05:31:07.195" v="556" actId="255"/>
          <ac:spMkLst>
            <pc:docMk/>
            <pc:sldMk cId="0" sldId="279"/>
            <ac:spMk id="1048661" creationId="{00000000-0000-0000-0000-000000000000}"/>
          </ac:spMkLst>
        </pc:spChg>
      </pc:sldChg>
      <pc:sldChg chg="addSp modSp mod">
        <pc:chgData name="sreedhar jaswanth" userId="4591269e039d95f9" providerId="LiveId" clId="{FD183EA3-7F6D-4786-A7C2-47D35F7AAB9A}" dt="2020-04-17T06:15:52.470" v="571" actId="14100"/>
        <pc:sldMkLst>
          <pc:docMk/>
          <pc:sldMk cId="0" sldId="280"/>
        </pc:sldMkLst>
        <pc:picChg chg="add mod">
          <ac:chgData name="sreedhar jaswanth" userId="4591269e039d95f9" providerId="LiveId" clId="{FD183EA3-7F6D-4786-A7C2-47D35F7AAB9A}" dt="2020-04-17T06:15:47.308" v="570" actId="14100"/>
          <ac:picMkLst>
            <pc:docMk/>
            <pc:sldMk cId="0" sldId="280"/>
            <ac:picMk id="5" creationId="{1ED4DB5B-5B04-4562-9B98-010580440209}"/>
          </ac:picMkLst>
        </pc:picChg>
        <pc:picChg chg="mod">
          <ac:chgData name="sreedhar jaswanth" userId="4591269e039d95f9" providerId="LiveId" clId="{FD183EA3-7F6D-4786-A7C2-47D35F7AAB9A}" dt="2020-04-17T06:15:52.470" v="571" actId="14100"/>
          <ac:picMkLst>
            <pc:docMk/>
            <pc:sldMk cId="0" sldId="280"/>
            <ac:picMk id="8" creationId="{BEE7AAF8-16EF-44CD-9AEB-97BD62CE23DB}"/>
          </ac:picMkLst>
        </pc:picChg>
      </pc:sldChg>
      <pc:sldChg chg="addSp delSp modSp del mod">
        <pc:chgData name="sreedhar jaswanth" userId="4591269e039d95f9" providerId="LiveId" clId="{FD183EA3-7F6D-4786-A7C2-47D35F7AAB9A}" dt="2020-04-17T06:16:01.662" v="572" actId="2696"/>
        <pc:sldMkLst>
          <pc:docMk/>
          <pc:sldMk cId="0" sldId="284"/>
        </pc:sldMkLst>
        <pc:spChg chg="add del mod">
          <ac:chgData name="sreedhar jaswanth" userId="4591269e039d95f9" providerId="LiveId" clId="{FD183EA3-7F6D-4786-A7C2-47D35F7AAB9A}" dt="2020-04-17T05:57:31.539" v="558" actId="931"/>
          <ac:spMkLst>
            <pc:docMk/>
            <pc:sldMk cId="0" sldId="284"/>
            <ac:spMk id="5" creationId="{95373C38-379A-4E5D-8501-D2A83A23E48B}"/>
          </ac:spMkLst>
        </pc:spChg>
        <pc:spChg chg="add mod">
          <ac:chgData name="sreedhar jaswanth" userId="4591269e039d95f9" providerId="LiveId" clId="{FD183EA3-7F6D-4786-A7C2-47D35F7AAB9A}" dt="2020-04-17T06:14:50.266" v="560" actId="21"/>
          <ac:spMkLst>
            <pc:docMk/>
            <pc:sldMk cId="0" sldId="284"/>
            <ac:spMk id="9" creationId="{7C4B957B-C768-4AB9-BA0B-8926947F93B8}"/>
          </ac:spMkLst>
        </pc:spChg>
        <pc:picChg chg="del">
          <ac:chgData name="sreedhar jaswanth" userId="4591269e039d95f9" providerId="LiveId" clId="{FD183EA3-7F6D-4786-A7C2-47D35F7AAB9A}" dt="2020-04-17T05:44:22.700" v="557" actId="478"/>
          <ac:picMkLst>
            <pc:docMk/>
            <pc:sldMk cId="0" sldId="284"/>
            <ac:picMk id="4" creationId="{404B8D8A-EC52-42AC-BE45-0BDF8DAFECC9}"/>
          </ac:picMkLst>
        </pc:picChg>
        <pc:picChg chg="add del mod">
          <ac:chgData name="sreedhar jaswanth" userId="4591269e039d95f9" providerId="LiveId" clId="{FD183EA3-7F6D-4786-A7C2-47D35F7AAB9A}" dt="2020-04-17T06:14:50.266" v="560" actId="21"/>
          <ac:picMkLst>
            <pc:docMk/>
            <pc:sldMk cId="0" sldId="284"/>
            <ac:picMk id="7" creationId="{9A548E57-601E-4DA2-8909-078205B7E531}"/>
          </ac:picMkLst>
        </pc:picChg>
      </pc:sldChg>
      <pc:sldChg chg="modSp add mod">
        <pc:chgData name="sreedhar jaswanth" userId="4591269e039d95f9" providerId="LiveId" clId="{FD183EA3-7F6D-4786-A7C2-47D35F7AAB9A}" dt="2020-04-17T06:22:59.053" v="790" actId="5793"/>
        <pc:sldMkLst>
          <pc:docMk/>
          <pc:sldMk cId="3234560670" sldId="290"/>
        </pc:sldMkLst>
        <pc:spChg chg="mod">
          <ac:chgData name="sreedhar jaswanth" userId="4591269e039d95f9" providerId="LiveId" clId="{FD183EA3-7F6D-4786-A7C2-47D35F7AAB9A}" dt="2020-04-17T06:19:02.667" v="612" actId="20577"/>
          <ac:spMkLst>
            <pc:docMk/>
            <pc:sldMk cId="3234560670" sldId="290"/>
            <ac:spMk id="2" creationId="{94046BFA-826E-4730-BDF0-F51DFE38778F}"/>
          </ac:spMkLst>
        </pc:spChg>
        <pc:spChg chg="mod">
          <ac:chgData name="sreedhar jaswanth" userId="4591269e039d95f9" providerId="LiveId" clId="{FD183EA3-7F6D-4786-A7C2-47D35F7AAB9A}" dt="2020-04-17T06:22:59.053" v="790" actId="5793"/>
          <ac:spMkLst>
            <pc:docMk/>
            <pc:sldMk cId="3234560670" sldId="290"/>
            <ac:spMk id="3" creationId="{F5F91714-119C-4E60-A214-069740A564F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33"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endParaRPr lang="en-IN" dirty="0"/>
          </a:p>
        </p:txBody>
      </p:sp>
      <p:sp>
        <p:nvSpPr>
          <p:cNvPr id="1048734"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fld id="{2DB30014-F471-4B7F-AF5C-7BE1C69231A7}" type="datetimeFigureOut">
              <a:rPr lang="en-US"/>
              <a:pPr/>
              <a:t>8/20/2020</a:t>
            </a:fld>
            <a:endParaRPr lang="en-IN" dirty="0"/>
          </a:p>
        </p:txBody>
      </p:sp>
      <p:sp>
        <p:nvSpPr>
          <p:cNvPr id="1048735"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dirty="0"/>
          </a:p>
        </p:txBody>
      </p:sp>
      <p:sp>
        <p:nvSpPr>
          <p:cNvPr id="1048736"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1048737"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endParaRPr lang="en-IN" dirty="0"/>
          </a:p>
        </p:txBody>
      </p:sp>
      <p:sp>
        <p:nvSpPr>
          <p:cNvPr id="1048738"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fld id="{FE5CAADD-566B-4699-90ED-ECCDCB4E22D6}" type="slidenum">
              <a:rPr lang="en-IN"/>
              <a:pPr/>
              <a:t>‹#›</a:t>
            </a:fld>
            <a:endParaRPr lang="en-I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Slide Image Placeholder 1"/>
          <p:cNvSpPr>
            <a:spLocks noGrp="1" noRot="1" noChangeAspect="1" noTextEdit="1"/>
          </p:cNvSpPr>
          <p:nvPr>
            <p:ph type="sldImg"/>
          </p:nvPr>
        </p:nvSpPr>
        <p:spPr bwMode="auto">
          <a:noFill/>
          <a:ln>
            <a:solidFill>
              <a:srgbClr val="000000"/>
            </a:solidFill>
            <a:miter lim="800000"/>
            <a:headEnd/>
            <a:tailEnd/>
          </a:ln>
        </p:spPr>
      </p:sp>
      <p:sp>
        <p:nvSpPr>
          <p:cNvPr id="104859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IN"/>
          </a:p>
        </p:txBody>
      </p:sp>
      <p:sp>
        <p:nvSpPr>
          <p:cNvPr id="104859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pPr>
            <a:fld id="{1E040225-2A1C-4088-B404-EBE6FB1A28DF}" type="slidenum">
              <a:rPr lang="en-IN" smtClean="0"/>
              <a:pPr fontAlgn="base">
                <a:spcBef>
                  <a:spcPct val="0"/>
                </a:spcBef>
                <a:spcAft>
                  <a:spcPct val="0"/>
                </a:spcAft>
              </a:pPr>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Slide Image Placeholder 1"/>
          <p:cNvSpPr>
            <a:spLocks noGrp="1" noRot="1" noChangeAspect="1"/>
          </p:cNvSpPr>
          <p:nvPr>
            <p:ph type="sldImg"/>
          </p:nvPr>
        </p:nvSpPr>
        <p:spPr/>
      </p:sp>
      <p:sp>
        <p:nvSpPr>
          <p:cNvPr id="1048604" name="Notes Placeholder 2"/>
          <p:cNvSpPr>
            <a:spLocks noGrp="1"/>
          </p:cNvSpPr>
          <p:nvPr>
            <p:ph type="body" idx="1"/>
          </p:nvPr>
        </p:nvSpPr>
        <p:spPr/>
        <p:txBody>
          <a:bodyPr/>
          <a:lstStyle/>
          <a:p>
            <a:endParaRPr lang="en-IN" dirty="0"/>
          </a:p>
        </p:txBody>
      </p:sp>
      <p:sp>
        <p:nvSpPr>
          <p:cNvPr id="1048605" name="Slide Number Placeholder 3"/>
          <p:cNvSpPr>
            <a:spLocks noGrp="1"/>
          </p:cNvSpPr>
          <p:nvPr>
            <p:ph type="sldNum" sz="quarter" idx="5"/>
          </p:nvPr>
        </p:nvSpPr>
        <p:spPr/>
        <p:txBody>
          <a:bodyPr/>
          <a:lstStyle/>
          <a:p>
            <a:fld id="{FE5CAADD-566B-4699-90ED-ECCDCB4E22D6}" type="slidenum">
              <a:rPr lang="en-IN" smtClean="0"/>
              <a:pPr/>
              <a:t>3</a:t>
            </a:fld>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5CAADD-566B-4699-90ED-ECCDCB4E22D6}" type="slidenum">
              <a:rPr lang="en-IN" smtClean="0"/>
              <a:pPr/>
              <a:t>13</a:t>
            </a:fld>
            <a:endParaRPr lang="en-IN" dirty="0"/>
          </a:p>
        </p:txBody>
      </p:sp>
    </p:spTree>
    <p:extLst>
      <p:ext uri="{BB962C8B-B14F-4D97-AF65-F5344CB8AC3E}">
        <p14:creationId xmlns:p14="http://schemas.microsoft.com/office/powerpoint/2010/main" xmlns="" val="3937585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48583"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fontAlgn="auto">
              <a:spcBef>
                <a:spcPts val="0"/>
              </a:spcBef>
              <a:spcAft>
                <a:spcPts val="0"/>
              </a:spcAft>
            </a:pPr>
            <a:endParaRPr lang="en-US" dirty="0">
              <a:latin typeface="+mn-lt"/>
              <a:cs typeface="+mn-cs"/>
            </a:endParaRPr>
          </a:p>
        </p:txBody>
      </p:sp>
      <p:sp>
        <p:nvSpPr>
          <p:cNvPr id="1048584"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fontAlgn="auto">
              <a:spcBef>
                <a:spcPts val="0"/>
              </a:spcBef>
              <a:spcAft>
                <a:spcPts val="0"/>
              </a:spcAft>
            </a:pPr>
            <a:endParaRPr lang="en-US" dirty="0">
              <a:latin typeface="+mn-lt"/>
              <a:cs typeface="+mn-cs"/>
            </a:endParaRPr>
          </a:p>
        </p:txBody>
      </p:sp>
      <p:sp>
        <p:nvSpPr>
          <p:cNvPr id="1048585"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1048586"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1048587" name="Rectangle 4"/>
          <p:cNvSpPr>
            <a:spLocks noGrp="1" noChangeArrowheads="1"/>
          </p:cNvSpPr>
          <p:nvPr>
            <p:ph type="dt" sz="half" idx="10"/>
          </p:nvPr>
        </p:nvSpPr>
        <p:spPr/>
        <p:txBody>
          <a:bodyPr/>
          <a:lstStyle/>
          <a:p>
            <a:fld id="{534ADFF7-D61D-4D6C-AF74-92F30265B338}" type="datetimeFigureOut">
              <a:rPr lang="en-US" smtClean="0"/>
              <a:pPr/>
              <a:t>8/20/2020</a:t>
            </a:fld>
            <a:endParaRPr lang="en-US" dirty="0"/>
          </a:p>
        </p:txBody>
      </p:sp>
      <p:sp>
        <p:nvSpPr>
          <p:cNvPr id="1048588" name="Rectangle 5"/>
          <p:cNvSpPr>
            <a:spLocks noGrp="1" noChangeArrowheads="1"/>
          </p:cNvSpPr>
          <p:nvPr>
            <p:ph type="ftr" sz="quarter" idx="11"/>
          </p:nvPr>
        </p:nvSpPr>
        <p:spPr>
          <a:xfrm>
            <a:off x="3124200" y="6243638"/>
            <a:ext cx="2895600" cy="457200"/>
          </a:xfrm>
        </p:spPr>
        <p:txBody>
          <a:bodyPr/>
          <a:lstStyle/>
          <a:p>
            <a:endParaRPr lang="en-US" dirty="0"/>
          </a:p>
        </p:txBody>
      </p:sp>
      <p:sp>
        <p:nvSpPr>
          <p:cNvPr id="1048589" name="Rectangle 6"/>
          <p:cNvSpPr>
            <a:spLocks noGrp="1" noChangeArrowheads="1"/>
          </p:cNvSpPr>
          <p:nvPr>
            <p:ph type="sldNum" sz="quarter" idx="12"/>
          </p:nvPr>
        </p:nvSpPr>
        <p:spPr/>
        <p:txBody>
          <a:bodyPr/>
          <a:lstStyle/>
          <a:p>
            <a:fld id="{4C713710-32C0-48C8-A7F1-7D3A176A1C34}"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2097153" name="Picture 8" descr="image001.png"/>
          <p:cNvPicPr>
            <a:picLocks noChangeAspect="1"/>
          </p:cNvPicPr>
          <p:nvPr/>
        </p:nvPicPr>
        <p:blipFill>
          <a:blip r:embed="rId2"/>
          <a:srcRect/>
          <a:stretch>
            <a:fillRect/>
          </a:stretch>
        </p:blipFill>
        <p:spPr bwMode="auto">
          <a:xfrm>
            <a:off x="8229600" y="228600"/>
            <a:ext cx="774700" cy="774700"/>
          </a:xfrm>
          <a:prstGeom prst="rect">
            <a:avLst/>
          </a:prstGeom>
          <a:noFill/>
          <a:ln w="9525">
            <a:noFill/>
            <a:miter lim="800000"/>
            <a:headEnd/>
            <a:tailEnd/>
          </a:ln>
        </p:spPr>
      </p:pic>
      <p:sp>
        <p:nvSpPr>
          <p:cNvPr id="1048596" name="Title 1"/>
          <p:cNvSpPr>
            <a:spLocks noGrp="1"/>
          </p:cNvSpPr>
          <p:nvPr>
            <p:ph type="title"/>
          </p:nvPr>
        </p:nvSpPr>
        <p:spPr/>
        <p:txBody>
          <a:bodyPr/>
          <a:lstStyle/>
          <a:p>
            <a:r>
              <a:rPr lang="en-US"/>
              <a:t>Click to edit Master title style</a:t>
            </a:r>
          </a:p>
        </p:txBody>
      </p:sp>
      <p:sp>
        <p:nvSpPr>
          <p:cNvPr id="1048597"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8" name="Rectangle 4"/>
          <p:cNvSpPr>
            <a:spLocks noGrp="1" noChangeArrowheads="1"/>
          </p:cNvSpPr>
          <p:nvPr>
            <p:ph type="dt" sz="half" idx="10"/>
          </p:nvPr>
        </p:nvSpPr>
        <p:spPr/>
        <p:txBody>
          <a:bodyPr/>
          <a:lstStyle/>
          <a:p>
            <a:fld id="{E372BF90-A4F2-4AFB-A219-8E3BF5C7B72A}" type="datetimeFigureOut">
              <a:rPr lang="en-US" smtClean="0"/>
              <a:pPr/>
              <a:t>8/20/2020</a:t>
            </a:fld>
            <a:endParaRPr lang="en-US" dirty="0"/>
          </a:p>
        </p:txBody>
      </p:sp>
      <p:sp>
        <p:nvSpPr>
          <p:cNvPr id="1048599" name="Rectangle 5"/>
          <p:cNvSpPr>
            <a:spLocks noGrp="1" noChangeArrowheads="1"/>
          </p:cNvSpPr>
          <p:nvPr>
            <p:ph type="ftr" sz="quarter" idx="11"/>
          </p:nvPr>
        </p:nvSpPr>
        <p:spPr/>
        <p:txBody>
          <a:bodyPr/>
          <a:lstStyle/>
          <a:p>
            <a:endParaRPr lang="en-US" dirty="0"/>
          </a:p>
        </p:txBody>
      </p:sp>
      <p:sp>
        <p:nvSpPr>
          <p:cNvPr id="1048600" name="Rectangle 6"/>
          <p:cNvSpPr>
            <a:spLocks noGrp="1" noChangeArrowheads="1"/>
          </p:cNvSpPr>
          <p:nvPr>
            <p:ph type="sldNum" sz="quarter" idx="12"/>
          </p:nvPr>
        </p:nvSpPr>
        <p:spPr/>
        <p:txBody>
          <a:bodyPr/>
          <a:lstStyle/>
          <a:p>
            <a:fld id="{0A88E12A-1AB4-4AD9-BD7A-4769356F570E}"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64"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1048665"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1048666" name="Rectangle 4"/>
          <p:cNvSpPr>
            <a:spLocks noGrp="1" noChangeArrowheads="1"/>
          </p:cNvSpPr>
          <p:nvPr>
            <p:ph type="dt" sz="half" idx="10"/>
          </p:nvPr>
        </p:nvSpPr>
        <p:spPr/>
        <p:txBody>
          <a:bodyPr/>
          <a:lstStyle/>
          <a:p>
            <a:fld id="{E548F426-8CAE-455D-B8F9-EE141D9583CE}" type="datetimeFigureOut">
              <a:rPr lang="en-US" smtClean="0"/>
              <a:pPr/>
              <a:t>8/20/2020</a:t>
            </a:fld>
            <a:endParaRPr lang="en-US" dirty="0"/>
          </a:p>
        </p:txBody>
      </p:sp>
      <p:sp>
        <p:nvSpPr>
          <p:cNvPr id="1048667" name="Rectangle 5"/>
          <p:cNvSpPr>
            <a:spLocks noGrp="1" noChangeArrowheads="1"/>
          </p:cNvSpPr>
          <p:nvPr>
            <p:ph type="ftr" sz="quarter" idx="11"/>
          </p:nvPr>
        </p:nvSpPr>
        <p:spPr/>
        <p:txBody>
          <a:bodyPr/>
          <a:lstStyle/>
          <a:p>
            <a:endParaRPr lang="en-US" dirty="0"/>
          </a:p>
        </p:txBody>
      </p:sp>
      <p:sp>
        <p:nvSpPr>
          <p:cNvPr id="1048668" name="Rectangle 6"/>
          <p:cNvSpPr>
            <a:spLocks noGrp="1" noChangeArrowheads="1"/>
          </p:cNvSpPr>
          <p:nvPr>
            <p:ph type="sldNum" sz="quarter" idx="12"/>
          </p:nvPr>
        </p:nvSpPr>
        <p:spPr/>
        <p:txBody>
          <a:bodyPr/>
          <a:lstStyle/>
          <a:p>
            <a:fld id="{F6533BD5-CA0D-4CC8-AE33-B4F33E77B2E0}"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15" name="Title 1"/>
          <p:cNvSpPr>
            <a:spLocks noGrp="1"/>
          </p:cNvSpPr>
          <p:nvPr>
            <p:ph type="title"/>
          </p:nvPr>
        </p:nvSpPr>
        <p:spPr/>
        <p:txBody>
          <a:bodyPr/>
          <a:lstStyle/>
          <a:p>
            <a:r>
              <a:rPr lang="en-US"/>
              <a:t>Click to edit Master title style</a:t>
            </a:r>
          </a:p>
        </p:txBody>
      </p:sp>
      <p:sp>
        <p:nvSpPr>
          <p:cNvPr id="1048716"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7"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8" name="Rectangle 4"/>
          <p:cNvSpPr>
            <a:spLocks noGrp="1" noChangeArrowheads="1"/>
          </p:cNvSpPr>
          <p:nvPr>
            <p:ph type="dt" sz="half" idx="10"/>
          </p:nvPr>
        </p:nvSpPr>
        <p:spPr/>
        <p:txBody>
          <a:bodyPr/>
          <a:lstStyle/>
          <a:p>
            <a:fld id="{34A92C82-F00B-478F-B394-EDA654CDD0FE}" type="datetimeFigureOut">
              <a:rPr lang="en-US" smtClean="0"/>
              <a:pPr/>
              <a:t>8/20/2020</a:t>
            </a:fld>
            <a:endParaRPr lang="en-US" dirty="0"/>
          </a:p>
        </p:txBody>
      </p:sp>
      <p:sp>
        <p:nvSpPr>
          <p:cNvPr id="1048719" name="Rectangle 5"/>
          <p:cNvSpPr>
            <a:spLocks noGrp="1" noChangeArrowheads="1"/>
          </p:cNvSpPr>
          <p:nvPr>
            <p:ph type="ftr" sz="quarter" idx="11"/>
          </p:nvPr>
        </p:nvSpPr>
        <p:spPr/>
        <p:txBody>
          <a:bodyPr/>
          <a:lstStyle/>
          <a:p>
            <a:endParaRPr lang="en-US" dirty="0"/>
          </a:p>
        </p:txBody>
      </p:sp>
      <p:sp>
        <p:nvSpPr>
          <p:cNvPr id="1048720" name="Rectangle 6"/>
          <p:cNvSpPr>
            <a:spLocks noGrp="1" noChangeArrowheads="1"/>
          </p:cNvSpPr>
          <p:nvPr>
            <p:ph type="sldNum" sz="quarter" idx="12"/>
          </p:nvPr>
        </p:nvSpPr>
        <p:spPr/>
        <p:txBody>
          <a:bodyPr/>
          <a:lstStyle/>
          <a:p>
            <a:fld id="{D6DB31FB-8E8C-4AE6-B365-2E2E6D3C507A}"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4" name="Title 1"/>
          <p:cNvSpPr>
            <a:spLocks noGrp="1"/>
          </p:cNvSpPr>
          <p:nvPr>
            <p:ph type="title"/>
          </p:nvPr>
        </p:nvSpPr>
        <p:spPr>
          <a:xfrm>
            <a:off x="457200" y="274638"/>
            <a:ext cx="8229600" cy="1143000"/>
          </a:xfrm>
        </p:spPr>
        <p:txBody>
          <a:bodyPr/>
          <a:lstStyle/>
          <a:p>
            <a:r>
              <a:rPr lang="en-US"/>
              <a:t>Click to edit Master title style</a:t>
            </a:r>
          </a:p>
        </p:txBody>
      </p:sp>
      <p:sp>
        <p:nvSpPr>
          <p:cNvPr id="1048695"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96"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7"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98"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9" name="Rectangle 4"/>
          <p:cNvSpPr>
            <a:spLocks noGrp="1" noChangeArrowheads="1"/>
          </p:cNvSpPr>
          <p:nvPr>
            <p:ph type="dt" sz="half" idx="10"/>
          </p:nvPr>
        </p:nvSpPr>
        <p:spPr/>
        <p:txBody>
          <a:bodyPr/>
          <a:lstStyle/>
          <a:p>
            <a:fld id="{A71D08DB-7ADE-4B82-B94E-1A96E6DDD415}" type="datetimeFigureOut">
              <a:rPr lang="en-US" smtClean="0"/>
              <a:pPr/>
              <a:t>8/20/2020</a:t>
            </a:fld>
            <a:endParaRPr lang="en-US" dirty="0"/>
          </a:p>
        </p:txBody>
      </p:sp>
      <p:sp>
        <p:nvSpPr>
          <p:cNvPr id="1048700" name="Rectangle 5"/>
          <p:cNvSpPr>
            <a:spLocks noGrp="1" noChangeArrowheads="1"/>
          </p:cNvSpPr>
          <p:nvPr>
            <p:ph type="ftr" sz="quarter" idx="11"/>
          </p:nvPr>
        </p:nvSpPr>
        <p:spPr/>
        <p:txBody>
          <a:bodyPr/>
          <a:lstStyle/>
          <a:p>
            <a:endParaRPr lang="en-US" dirty="0"/>
          </a:p>
        </p:txBody>
      </p:sp>
      <p:sp>
        <p:nvSpPr>
          <p:cNvPr id="1048701" name="Rectangle 6"/>
          <p:cNvSpPr>
            <a:spLocks noGrp="1" noChangeArrowheads="1"/>
          </p:cNvSpPr>
          <p:nvPr>
            <p:ph type="sldNum" sz="quarter" idx="12"/>
          </p:nvPr>
        </p:nvSpPr>
        <p:spPr/>
        <p:txBody>
          <a:bodyPr/>
          <a:lstStyle/>
          <a:p>
            <a:fld id="{FEDBC62D-1416-4E62-B418-338E4C6559CB}"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72" name="Title 1"/>
          <p:cNvSpPr>
            <a:spLocks noGrp="1"/>
          </p:cNvSpPr>
          <p:nvPr>
            <p:ph type="title"/>
          </p:nvPr>
        </p:nvSpPr>
        <p:spPr/>
        <p:txBody>
          <a:bodyPr/>
          <a:lstStyle/>
          <a:p>
            <a:r>
              <a:rPr lang="en-US"/>
              <a:t>Click to edit Master title style</a:t>
            </a:r>
          </a:p>
        </p:txBody>
      </p:sp>
      <p:sp>
        <p:nvSpPr>
          <p:cNvPr id="1048673" name="Rectangle 4"/>
          <p:cNvSpPr>
            <a:spLocks noGrp="1" noChangeArrowheads="1"/>
          </p:cNvSpPr>
          <p:nvPr>
            <p:ph type="dt" sz="half" idx="10"/>
          </p:nvPr>
        </p:nvSpPr>
        <p:spPr/>
        <p:txBody>
          <a:bodyPr/>
          <a:lstStyle/>
          <a:p>
            <a:fld id="{0B10B966-63B2-4DDD-95D4-176AB24B23AD}" type="datetimeFigureOut">
              <a:rPr lang="en-US" smtClean="0"/>
              <a:pPr/>
              <a:t>8/20/2020</a:t>
            </a:fld>
            <a:endParaRPr lang="en-US" dirty="0"/>
          </a:p>
        </p:txBody>
      </p:sp>
      <p:sp>
        <p:nvSpPr>
          <p:cNvPr id="1048674" name="Rectangle 5"/>
          <p:cNvSpPr>
            <a:spLocks noGrp="1" noChangeArrowheads="1"/>
          </p:cNvSpPr>
          <p:nvPr>
            <p:ph type="ftr" sz="quarter" idx="11"/>
          </p:nvPr>
        </p:nvSpPr>
        <p:spPr/>
        <p:txBody>
          <a:bodyPr/>
          <a:lstStyle/>
          <a:p>
            <a:endParaRPr lang="en-US" dirty="0"/>
          </a:p>
        </p:txBody>
      </p:sp>
      <p:sp>
        <p:nvSpPr>
          <p:cNvPr id="1048675" name="Rectangle 6"/>
          <p:cNvSpPr>
            <a:spLocks noGrp="1" noChangeArrowheads="1"/>
          </p:cNvSpPr>
          <p:nvPr>
            <p:ph type="sldNum" sz="quarter" idx="12"/>
          </p:nvPr>
        </p:nvSpPr>
        <p:spPr/>
        <p:txBody>
          <a:bodyPr/>
          <a:lstStyle/>
          <a:p>
            <a:fld id="{458181EB-0A1F-4BD0-A9E8-F7F86B368BF8}"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097160" name="Picture 8" descr="image001.png"/>
          <p:cNvPicPr>
            <a:picLocks noChangeAspect="1"/>
          </p:cNvPicPr>
          <p:nvPr/>
        </p:nvPicPr>
        <p:blipFill>
          <a:blip r:embed="rId2"/>
          <a:srcRect/>
          <a:stretch>
            <a:fillRect/>
          </a:stretch>
        </p:blipFill>
        <p:spPr bwMode="auto">
          <a:xfrm>
            <a:off x="8293100" y="76200"/>
            <a:ext cx="774700" cy="774700"/>
          </a:xfrm>
          <a:prstGeom prst="rect">
            <a:avLst/>
          </a:prstGeom>
          <a:noFill/>
          <a:ln w="9525">
            <a:noFill/>
            <a:miter lim="800000"/>
            <a:headEnd/>
            <a:tailEnd/>
          </a:ln>
        </p:spPr>
      </p:pic>
      <p:sp>
        <p:nvSpPr>
          <p:cNvPr id="1048702" name="Rectangle 4"/>
          <p:cNvSpPr>
            <a:spLocks noGrp="1" noChangeArrowheads="1"/>
          </p:cNvSpPr>
          <p:nvPr>
            <p:ph type="dt" sz="half" idx="10"/>
          </p:nvPr>
        </p:nvSpPr>
        <p:spPr/>
        <p:txBody>
          <a:bodyPr/>
          <a:lstStyle/>
          <a:p>
            <a:fld id="{4BD4062F-82C9-42E1-A576-05E75F5945D7}" type="datetimeFigureOut">
              <a:rPr lang="en-US" smtClean="0"/>
              <a:pPr/>
              <a:t>8/20/2020</a:t>
            </a:fld>
            <a:endParaRPr lang="en-US" dirty="0"/>
          </a:p>
        </p:txBody>
      </p:sp>
      <p:sp>
        <p:nvSpPr>
          <p:cNvPr id="1048703" name="Rectangle 5"/>
          <p:cNvSpPr>
            <a:spLocks noGrp="1" noChangeArrowheads="1"/>
          </p:cNvSpPr>
          <p:nvPr>
            <p:ph type="ftr" sz="quarter" idx="11"/>
          </p:nvPr>
        </p:nvSpPr>
        <p:spPr/>
        <p:txBody>
          <a:bodyPr/>
          <a:lstStyle/>
          <a:p>
            <a:endParaRPr lang="en-US" dirty="0"/>
          </a:p>
        </p:txBody>
      </p:sp>
      <p:sp>
        <p:nvSpPr>
          <p:cNvPr id="1048704" name="Rectangle 6"/>
          <p:cNvSpPr>
            <a:spLocks noGrp="1" noChangeArrowheads="1"/>
          </p:cNvSpPr>
          <p:nvPr>
            <p:ph type="sldNum" sz="quarter" idx="12"/>
          </p:nvPr>
        </p:nvSpPr>
        <p:spPr/>
        <p:txBody>
          <a:bodyPr/>
          <a:lstStyle/>
          <a:p>
            <a:fld id="{044B53C4-767E-4624-906B-74B4BDB6FA85}"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7"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28"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9"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30" name="Rectangle 4"/>
          <p:cNvSpPr>
            <a:spLocks noGrp="1" noChangeArrowheads="1"/>
          </p:cNvSpPr>
          <p:nvPr>
            <p:ph type="dt" sz="half" idx="10"/>
          </p:nvPr>
        </p:nvSpPr>
        <p:spPr/>
        <p:txBody>
          <a:bodyPr/>
          <a:lstStyle/>
          <a:p>
            <a:fld id="{8E2387E9-4C71-413A-BD17-CB22219CCFAF}" type="datetimeFigureOut">
              <a:rPr lang="en-US" smtClean="0"/>
              <a:pPr/>
              <a:t>8/20/2020</a:t>
            </a:fld>
            <a:endParaRPr lang="en-US" dirty="0"/>
          </a:p>
        </p:txBody>
      </p:sp>
      <p:sp>
        <p:nvSpPr>
          <p:cNvPr id="1048731" name="Rectangle 5"/>
          <p:cNvSpPr>
            <a:spLocks noGrp="1" noChangeArrowheads="1"/>
          </p:cNvSpPr>
          <p:nvPr>
            <p:ph type="ftr" sz="quarter" idx="11"/>
          </p:nvPr>
        </p:nvSpPr>
        <p:spPr/>
        <p:txBody>
          <a:bodyPr/>
          <a:lstStyle/>
          <a:p>
            <a:endParaRPr lang="en-US" dirty="0"/>
          </a:p>
        </p:txBody>
      </p:sp>
      <p:sp>
        <p:nvSpPr>
          <p:cNvPr id="1048732" name="Rectangle 6"/>
          <p:cNvSpPr>
            <a:spLocks noGrp="1" noChangeArrowheads="1"/>
          </p:cNvSpPr>
          <p:nvPr>
            <p:ph type="sldNum" sz="quarter" idx="12"/>
          </p:nvPr>
        </p:nvSpPr>
        <p:spPr/>
        <p:txBody>
          <a:bodyPr/>
          <a:lstStyle/>
          <a:p>
            <a:fld id="{61FDE03A-D895-4831-A8AE-1CBFE43A1659}"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88"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8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04869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91" name="Rectangle 4"/>
          <p:cNvSpPr>
            <a:spLocks noGrp="1" noChangeArrowheads="1"/>
          </p:cNvSpPr>
          <p:nvPr>
            <p:ph type="dt" sz="half" idx="10"/>
          </p:nvPr>
        </p:nvSpPr>
        <p:spPr/>
        <p:txBody>
          <a:bodyPr/>
          <a:lstStyle/>
          <a:p>
            <a:fld id="{D54D34EB-8594-47B8-B5F6-3ECB8BF9D1DF}" type="datetimeFigureOut">
              <a:rPr lang="en-US" smtClean="0"/>
              <a:pPr/>
              <a:t>8/20/2020</a:t>
            </a:fld>
            <a:endParaRPr lang="en-US" dirty="0"/>
          </a:p>
        </p:txBody>
      </p:sp>
      <p:sp>
        <p:nvSpPr>
          <p:cNvPr id="1048692" name="Rectangle 5"/>
          <p:cNvSpPr>
            <a:spLocks noGrp="1" noChangeArrowheads="1"/>
          </p:cNvSpPr>
          <p:nvPr>
            <p:ph type="ftr" sz="quarter" idx="11"/>
          </p:nvPr>
        </p:nvSpPr>
        <p:spPr/>
        <p:txBody>
          <a:bodyPr/>
          <a:lstStyle/>
          <a:p>
            <a:endParaRPr lang="en-US" dirty="0"/>
          </a:p>
        </p:txBody>
      </p:sp>
      <p:sp>
        <p:nvSpPr>
          <p:cNvPr id="1048693" name="Rectangle 6"/>
          <p:cNvSpPr>
            <a:spLocks noGrp="1" noChangeArrowheads="1"/>
          </p:cNvSpPr>
          <p:nvPr>
            <p:ph type="sldNum" sz="quarter" idx="12"/>
          </p:nvPr>
        </p:nvSpPr>
        <p:spPr/>
        <p:txBody>
          <a:bodyPr/>
          <a:lstStyle/>
          <a:p>
            <a:fld id="{A209244D-0F08-446D-ACBB-0D361E70E332}"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10" name="Title 1"/>
          <p:cNvSpPr>
            <a:spLocks noGrp="1"/>
          </p:cNvSpPr>
          <p:nvPr>
            <p:ph type="title"/>
          </p:nvPr>
        </p:nvSpPr>
        <p:spPr/>
        <p:txBody>
          <a:bodyPr/>
          <a:lstStyle/>
          <a:p>
            <a:r>
              <a:rPr lang="en-US"/>
              <a:t>Click to edit Master title style</a:t>
            </a:r>
          </a:p>
        </p:txBody>
      </p:sp>
      <p:sp>
        <p:nvSpPr>
          <p:cNvPr id="1048711"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2" name="Rectangle 4"/>
          <p:cNvSpPr>
            <a:spLocks noGrp="1" noChangeArrowheads="1"/>
          </p:cNvSpPr>
          <p:nvPr>
            <p:ph type="dt" sz="half" idx="10"/>
          </p:nvPr>
        </p:nvSpPr>
        <p:spPr/>
        <p:txBody>
          <a:bodyPr/>
          <a:lstStyle/>
          <a:p>
            <a:fld id="{3E4AAD52-83D6-491A-89D4-ABF9482E3CC5}" type="datetimeFigureOut">
              <a:rPr lang="en-US" smtClean="0"/>
              <a:pPr/>
              <a:t>8/20/2020</a:t>
            </a:fld>
            <a:endParaRPr lang="en-US" dirty="0"/>
          </a:p>
        </p:txBody>
      </p:sp>
      <p:sp>
        <p:nvSpPr>
          <p:cNvPr id="1048713" name="Rectangle 5"/>
          <p:cNvSpPr>
            <a:spLocks noGrp="1" noChangeArrowheads="1"/>
          </p:cNvSpPr>
          <p:nvPr>
            <p:ph type="ftr" sz="quarter" idx="11"/>
          </p:nvPr>
        </p:nvSpPr>
        <p:spPr/>
        <p:txBody>
          <a:bodyPr/>
          <a:lstStyle/>
          <a:p>
            <a:endParaRPr lang="en-US" dirty="0"/>
          </a:p>
        </p:txBody>
      </p:sp>
      <p:sp>
        <p:nvSpPr>
          <p:cNvPr id="1048714" name="Rectangle 6"/>
          <p:cNvSpPr>
            <a:spLocks noGrp="1" noChangeArrowheads="1"/>
          </p:cNvSpPr>
          <p:nvPr>
            <p:ph type="sldNum" sz="quarter" idx="12"/>
          </p:nvPr>
        </p:nvSpPr>
        <p:spPr/>
        <p:txBody>
          <a:bodyPr/>
          <a:lstStyle/>
          <a:p>
            <a:fld id="{4B0FE36C-33D6-49B6-8A7E-233157CD7AE0}"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83"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1048684"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5" name="Rectangle 4"/>
          <p:cNvSpPr>
            <a:spLocks noGrp="1" noChangeArrowheads="1"/>
          </p:cNvSpPr>
          <p:nvPr>
            <p:ph type="dt" sz="half" idx="10"/>
          </p:nvPr>
        </p:nvSpPr>
        <p:spPr/>
        <p:txBody>
          <a:bodyPr/>
          <a:lstStyle/>
          <a:p>
            <a:fld id="{5EE192BA-FCAA-4E44-8A4F-59FBDC58AE3C}" type="datetimeFigureOut">
              <a:rPr lang="en-US" smtClean="0"/>
              <a:pPr/>
              <a:t>8/20/2020</a:t>
            </a:fld>
            <a:endParaRPr lang="en-US" dirty="0"/>
          </a:p>
        </p:txBody>
      </p:sp>
      <p:sp>
        <p:nvSpPr>
          <p:cNvPr id="1048686" name="Rectangle 5"/>
          <p:cNvSpPr>
            <a:spLocks noGrp="1" noChangeArrowheads="1"/>
          </p:cNvSpPr>
          <p:nvPr>
            <p:ph type="ftr" sz="quarter" idx="11"/>
          </p:nvPr>
        </p:nvSpPr>
        <p:spPr/>
        <p:txBody>
          <a:bodyPr/>
          <a:lstStyle/>
          <a:p>
            <a:endParaRPr lang="en-US" dirty="0"/>
          </a:p>
        </p:txBody>
      </p:sp>
      <p:sp>
        <p:nvSpPr>
          <p:cNvPr id="1048687" name="Rectangle 6"/>
          <p:cNvSpPr>
            <a:spLocks noGrp="1" noChangeArrowheads="1"/>
          </p:cNvSpPr>
          <p:nvPr>
            <p:ph type="sldNum" sz="quarter" idx="12"/>
          </p:nvPr>
        </p:nvSpPr>
        <p:spPr/>
        <p:txBody>
          <a:bodyPr/>
          <a:lstStyle/>
          <a:p>
            <a:fld id="{83108309-C21E-47A9-B375-CA409B543C5D}"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1048705" name="Title 1"/>
          <p:cNvSpPr>
            <a:spLocks noGrp="1"/>
          </p:cNvSpPr>
          <p:nvPr>
            <p:ph type="title"/>
          </p:nvPr>
        </p:nvSpPr>
        <p:spPr>
          <a:xfrm>
            <a:off x="457200" y="277813"/>
            <a:ext cx="8229600" cy="1139825"/>
          </a:xfrm>
        </p:spPr>
        <p:txBody>
          <a:bodyPr/>
          <a:lstStyle/>
          <a:p>
            <a:r>
              <a:rPr lang="en-US"/>
              <a:t>Click to edit Master title style</a:t>
            </a:r>
          </a:p>
        </p:txBody>
      </p:sp>
      <p:sp>
        <p:nvSpPr>
          <p:cNvPr id="1048706" name="Table Placeholder 2"/>
          <p:cNvSpPr>
            <a:spLocks noGrp="1"/>
          </p:cNvSpPr>
          <p:nvPr>
            <p:ph type="tbl" idx="1"/>
          </p:nvPr>
        </p:nvSpPr>
        <p:spPr>
          <a:xfrm>
            <a:off x="457200" y="1600200"/>
            <a:ext cx="8229600" cy="4530725"/>
          </a:xfrm>
        </p:spPr>
        <p:txBody>
          <a:bodyPr/>
          <a:lstStyle/>
          <a:p>
            <a:pPr lvl="0"/>
            <a:r>
              <a:rPr lang="en-US" noProof="0" dirty="0"/>
              <a:t>Click icon to add table</a:t>
            </a:r>
          </a:p>
        </p:txBody>
      </p:sp>
      <p:sp>
        <p:nvSpPr>
          <p:cNvPr id="1048707" name="Rectangle 4"/>
          <p:cNvSpPr>
            <a:spLocks noGrp="1" noChangeArrowheads="1"/>
          </p:cNvSpPr>
          <p:nvPr>
            <p:ph type="dt" sz="half" idx="10"/>
          </p:nvPr>
        </p:nvSpPr>
        <p:spPr/>
        <p:txBody>
          <a:bodyPr/>
          <a:lstStyle/>
          <a:p>
            <a:fld id="{1AAB6BC8-1B1F-4564-9C52-9638C45C761E}" type="datetimeFigureOut">
              <a:rPr lang="en-US" smtClean="0"/>
              <a:pPr/>
              <a:t>8/20/2020</a:t>
            </a:fld>
            <a:endParaRPr lang="en-US" dirty="0"/>
          </a:p>
        </p:txBody>
      </p:sp>
      <p:sp>
        <p:nvSpPr>
          <p:cNvPr id="1048708" name="Rectangle 5"/>
          <p:cNvSpPr>
            <a:spLocks noGrp="1" noChangeArrowheads="1"/>
          </p:cNvSpPr>
          <p:nvPr>
            <p:ph type="ftr" sz="quarter" idx="11"/>
          </p:nvPr>
        </p:nvSpPr>
        <p:spPr/>
        <p:txBody>
          <a:bodyPr/>
          <a:lstStyle/>
          <a:p>
            <a:endParaRPr lang="en-US" dirty="0"/>
          </a:p>
        </p:txBody>
      </p:sp>
      <p:sp>
        <p:nvSpPr>
          <p:cNvPr id="1048709" name="Rectangle 6"/>
          <p:cNvSpPr>
            <a:spLocks noGrp="1" noChangeArrowheads="1"/>
          </p:cNvSpPr>
          <p:nvPr>
            <p:ph type="sldNum" sz="quarter" idx="12"/>
          </p:nvPr>
        </p:nvSpPr>
        <p:spPr/>
        <p:txBody>
          <a:bodyPr/>
          <a:lstStyle/>
          <a:p>
            <a:fld id="{5B778806-D5BA-4C71-B324-63F4C2977147}"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1048676" name="Title 1"/>
          <p:cNvSpPr>
            <a:spLocks noGrp="1"/>
          </p:cNvSpPr>
          <p:nvPr>
            <p:ph type="title"/>
          </p:nvPr>
        </p:nvSpPr>
        <p:spPr>
          <a:xfrm>
            <a:off x="457200" y="277813"/>
            <a:ext cx="8229600" cy="1139825"/>
          </a:xfrm>
        </p:spPr>
        <p:txBody>
          <a:bodyPr/>
          <a:lstStyle/>
          <a:p>
            <a:r>
              <a:rPr lang="en-US"/>
              <a:t>Click to edit Master title style</a:t>
            </a:r>
          </a:p>
        </p:txBody>
      </p:sp>
      <p:sp>
        <p:nvSpPr>
          <p:cNvPr id="1048677"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8"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9" name="Content Placeholder 4"/>
          <p:cNvSpPr>
            <a:spLocks noGrp="1"/>
          </p:cNvSpPr>
          <p:nvPr>
            <p:ph sz="quarter" idx="3"/>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0" name="Rectangle 4"/>
          <p:cNvSpPr>
            <a:spLocks noGrp="1" noChangeArrowheads="1"/>
          </p:cNvSpPr>
          <p:nvPr>
            <p:ph type="dt" sz="half" idx="10"/>
          </p:nvPr>
        </p:nvSpPr>
        <p:spPr/>
        <p:txBody>
          <a:bodyPr/>
          <a:lstStyle/>
          <a:p>
            <a:fld id="{1AAB6BC8-1B1F-4564-9C52-9638C45C761E}" type="datetimeFigureOut">
              <a:rPr lang="en-US" smtClean="0"/>
              <a:pPr/>
              <a:t>8/20/2020</a:t>
            </a:fld>
            <a:endParaRPr lang="en-US" dirty="0"/>
          </a:p>
        </p:txBody>
      </p:sp>
      <p:sp>
        <p:nvSpPr>
          <p:cNvPr id="1048681" name="Rectangle 5"/>
          <p:cNvSpPr>
            <a:spLocks noGrp="1" noChangeArrowheads="1"/>
          </p:cNvSpPr>
          <p:nvPr>
            <p:ph type="ftr" sz="quarter" idx="11"/>
          </p:nvPr>
        </p:nvSpPr>
        <p:spPr/>
        <p:txBody>
          <a:bodyPr/>
          <a:lstStyle/>
          <a:p>
            <a:endParaRPr lang="en-US" dirty="0"/>
          </a:p>
        </p:txBody>
      </p:sp>
      <p:sp>
        <p:nvSpPr>
          <p:cNvPr id="1048682" name="Rectangle 6"/>
          <p:cNvSpPr>
            <a:spLocks noGrp="1" noChangeArrowheads="1"/>
          </p:cNvSpPr>
          <p:nvPr>
            <p:ph type="sldNum" sz="quarter" idx="12"/>
          </p:nvPr>
        </p:nvSpPr>
        <p:spPr/>
        <p:txBody>
          <a:bodyPr/>
          <a:lstStyle/>
          <a:p>
            <a:fld id="{5B778806-D5BA-4C71-B324-63F4C2977147}"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1048721" name="Title 1"/>
          <p:cNvSpPr>
            <a:spLocks noGrp="1"/>
          </p:cNvSpPr>
          <p:nvPr>
            <p:ph type="title"/>
          </p:nvPr>
        </p:nvSpPr>
        <p:spPr>
          <a:xfrm>
            <a:off x="457200" y="277813"/>
            <a:ext cx="8229600" cy="1139825"/>
          </a:xfrm>
        </p:spPr>
        <p:txBody>
          <a:bodyPr/>
          <a:lstStyle/>
          <a:p>
            <a:r>
              <a:rPr lang="en-US"/>
              <a:t>Click to edit Master title style</a:t>
            </a:r>
          </a:p>
        </p:txBody>
      </p:sp>
      <p:sp>
        <p:nvSpPr>
          <p:cNvPr id="1048722"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3" name="Chart Placeholder 3"/>
          <p:cNvSpPr>
            <a:spLocks noGrp="1"/>
          </p:cNvSpPr>
          <p:nvPr>
            <p:ph type="chart" sz="half" idx="2"/>
          </p:nvPr>
        </p:nvSpPr>
        <p:spPr>
          <a:xfrm>
            <a:off x="4648200" y="1600200"/>
            <a:ext cx="4038600" cy="4530725"/>
          </a:xfrm>
        </p:spPr>
        <p:txBody>
          <a:bodyPr/>
          <a:lstStyle/>
          <a:p>
            <a:pPr lvl="0"/>
            <a:r>
              <a:rPr lang="en-US" noProof="0" dirty="0"/>
              <a:t>Click icon to add chart</a:t>
            </a:r>
          </a:p>
        </p:txBody>
      </p:sp>
      <p:sp>
        <p:nvSpPr>
          <p:cNvPr id="1048724" name="Rectangle 4"/>
          <p:cNvSpPr>
            <a:spLocks noGrp="1" noChangeArrowheads="1"/>
          </p:cNvSpPr>
          <p:nvPr>
            <p:ph type="dt" sz="half" idx="10"/>
          </p:nvPr>
        </p:nvSpPr>
        <p:spPr/>
        <p:txBody>
          <a:bodyPr/>
          <a:lstStyle/>
          <a:p>
            <a:fld id="{1AAB6BC8-1B1F-4564-9C52-9638C45C761E}" type="datetimeFigureOut">
              <a:rPr lang="en-US" smtClean="0"/>
              <a:pPr/>
              <a:t>8/20/2020</a:t>
            </a:fld>
            <a:endParaRPr lang="en-US" dirty="0"/>
          </a:p>
        </p:txBody>
      </p:sp>
      <p:sp>
        <p:nvSpPr>
          <p:cNvPr id="1048725" name="Rectangle 5"/>
          <p:cNvSpPr>
            <a:spLocks noGrp="1" noChangeArrowheads="1"/>
          </p:cNvSpPr>
          <p:nvPr>
            <p:ph type="ftr" sz="quarter" idx="11"/>
          </p:nvPr>
        </p:nvSpPr>
        <p:spPr/>
        <p:txBody>
          <a:bodyPr/>
          <a:lstStyle/>
          <a:p>
            <a:endParaRPr lang="en-US" dirty="0"/>
          </a:p>
        </p:txBody>
      </p:sp>
      <p:sp>
        <p:nvSpPr>
          <p:cNvPr id="1048726" name="Rectangle 6"/>
          <p:cNvSpPr>
            <a:spLocks noGrp="1" noChangeArrowheads="1"/>
          </p:cNvSpPr>
          <p:nvPr>
            <p:ph type="sldNum" sz="quarter" idx="12"/>
          </p:nvPr>
        </p:nvSpPr>
        <p:spPr/>
        <p:txBody>
          <a:bodyPr/>
          <a:lstStyle/>
          <a:p>
            <a:fld id="{5B778806-D5BA-4C71-B324-63F4C2977147}" type="slidenum">
              <a:rPr lang="en-US" smtClean="0"/>
              <a:pPr/>
              <a:t>‹#›</a:t>
            </a:fld>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48577"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48578"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fontAlgn="auto">
              <a:spcBef>
                <a:spcPts val="0"/>
              </a:spcBef>
              <a:spcAft>
                <a:spcPts val="0"/>
              </a:spcAft>
              <a:defRPr sz="1200">
                <a:latin typeface="+mj-lt"/>
                <a:cs typeface="+mn-cs"/>
              </a:defRPr>
            </a:lvl1pPr>
          </a:lstStyle>
          <a:p>
            <a:fld id="{1AAB6BC8-1B1F-4564-9C52-9638C45C761E}" type="datetimeFigureOut">
              <a:rPr lang="en-US" smtClean="0"/>
              <a:pPr/>
              <a:t>8/20/2020</a:t>
            </a:fld>
            <a:endParaRPr lang="en-US" dirty="0"/>
          </a:p>
        </p:txBody>
      </p:sp>
      <p:sp>
        <p:nvSpPr>
          <p:cNvPr id="104857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fontAlgn="auto">
              <a:spcBef>
                <a:spcPts val="0"/>
              </a:spcBef>
              <a:spcAft>
                <a:spcPts val="0"/>
              </a:spcAft>
              <a:defRPr sz="1200">
                <a:latin typeface="+mj-lt"/>
                <a:cs typeface="+mn-cs"/>
              </a:defRPr>
            </a:lvl1pPr>
          </a:lstStyle>
          <a:p>
            <a:endParaRPr lang="en-US" dirty="0"/>
          </a:p>
        </p:txBody>
      </p:sp>
      <p:sp>
        <p:nvSpPr>
          <p:cNvPr id="1048580"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fontAlgn="auto">
              <a:spcBef>
                <a:spcPts val="0"/>
              </a:spcBef>
              <a:spcAft>
                <a:spcPts val="0"/>
              </a:spcAft>
              <a:defRPr sz="1200">
                <a:latin typeface="+mj-lt"/>
                <a:cs typeface="+mn-cs"/>
              </a:defRPr>
            </a:lvl1pPr>
          </a:lstStyle>
          <a:p>
            <a:fld id="{5B778806-D5BA-4C71-B324-63F4C2977147}" type="slidenum">
              <a:rPr lang="en-US" smtClean="0"/>
              <a:pPr/>
              <a:t>‹#›</a:t>
            </a:fld>
            <a:endParaRPr lang="en-US" dirty="0"/>
          </a:p>
        </p:txBody>
      </p:sp>
      <p:sp>
        <p:nvSpPr>
          <p:cNvPr id="1048581"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fontAlgn="auto">
              <a:spcBef>
                <a:spcPts val="0"/>
              </a:spcBef>
              <a:spcAft>
                <a:spcPts val="0"/>
              </a:spcAft>
            </a:pPr>
            <a:endParaRPr lang="en-US" dirty="0">
              <a:latin typeface="+mn-lt"/>
              <a:cs typeface="+mn-cs"/>
            </a:endParaRPr>
          </a:p>
        </p:txBody>
      </p:sp>
      <p:sp>
        <p:nvSpPr>
          <p:cNvPr id="104858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fontAlgn="auto">
              <a:spcBef>
                <a:spcPts val="0"/>
              </a:spcBef>
              <a:spcAft>
                <a:spcPts val="0"/>
              </a:spcAft>
            </a:pPr>
            <a:endParaRPr lang="en-US" dirty="0">
              <a:latin typeface="+mn-lt"/>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txStyles>
    <p:titleStyle>
      <a:lvl1pPr algn="l" rtl="0" eaLnBrk="1" fontAlgn="base" hangingPunct="1">
        <a:spcBef>
          <a:spcPct val="0"/>
        </a:spcBef>
        <a:spcAft>
          <a:spcPct val="0"/>
        </a:spcAft>
        <a:defRPr sz="4200">
          <a:solidFill>
            <a:schemeClr val="tx2"/>
          </a:solidFill>
          <a:latin typeface="+mj-lt"/>
          <a:ea typeface="+mj-ea"/>
          <a:cs typeface="+mj-cs"/>
        </a:defRPr>
      </a:lvl1pPr>
      <a:lvl2pPr algn="l" rtl="0" eaLnBrk="1" fontAlgn="base" hangingPunct="1">
        <a:spcBef>
          <a:spcPct val="0"/>
        </a:spcBef>
        <a:spcAft>
          <a:spcPct val="0"/>
        </a:spcAft>
        <a:defRPr sz="4200">
          <a:solidFill>
            <a:schemeClr val="tx2"/>
          </a:solidFill>
          <a:latin typeface="Garamond" pitchFamily="18" charset="0"/>
        </a:defRPr>
      </a:lvl2pPr>
      <a:lvl3pPr algn="l" rtl="0" eaLnBrk="1" fontAlgn="base" hangingPunct="1">
        <a:spcBef>
          <a:spcPct val="0"/>
        </a:spcBef>
        <a:spcAft>
          <a:spcPct val="0"/>
        </a:spcAft>
        <a:defRPr sz="4200">
          <a:solidFill>
            <a:schemeClr val="tx2"/>
          </a:solidFill>
          <a:latin typeface="Garamond" pitchFamily="18" charset="0"/>
        </a:defRPr>
      </a:lvl3pPr>
      <a:lvl4pPr algn="l" rtl="0" eaLnBrk="1" fontAlgn="base" hangingPunct="1">
        <a:spcBef>
          <a:spcPct val="0"/>
        </a:spcBef>
        <a:spcAft>
          <a:spcPct val="0"/>
        </a:spcAft>
        <a:defRPr sz="4200">
          <a:solidFill>
            <a:schemeClr val="tx2"/>
          </a:solidFill>
          <a:latin typeface="Garamond" pitchFamily="18" charset="0"/>
        </a:defRPr>
      </a:lvl4pPr>
      <a:lvl5pPr algn="l" rtl="0" eaLnBrk="1" fontAlgn="base" hangingPunct="1">
        <a:spcBef>
          <a:spcPct val="0"/>
        </a:spcBef>
        <a:spcAft>
          <a:spcPct val="0"/>
        </a:spcAft>
        <a:defRPr sz="4200">
          <a:solidFill>
            <a:schemeClr val="tx2"/>
          </a:solidFill>
          <a:latin typeface="Garamond" pitchFamily="18" charset="0"/>
        </a:defRPr>
      </a:lvl5pPr>
      <a:lvl6pPr marL="457200" algn="l" rtl="0" eaLnBrk="1" fontAlgn="base" hangingPunct="1">
        <a:spcBef>
          <a:spcPct val="0"/>
        </a:spcBef>
        <a:spcAft>
          <a:spcPct val="0"/>
        </a:spcAft>
        <a:defRPr sz="4200">
          <a:solidFill>
            <a:schemeClr val="tx2"/>
          </a:solidFill>
          <a:latin typeface="Garamond" pitchFamily="18" charset="0"/>
        </a:defRPr>
      </a:lvl6pPr>
      <a:lvl7pPr marL="914400" algn="l" rtl="0" eaLnBrk="1" fontAlgn="base" hangingPunct="1">
        <a:spcBef>
          <a:spcPct val="0"/>
        </a:spcBef>
        <a:spcAft>
          <a:spcPct val="0"/>
        </a:spcAft>
        <a:defRPr sz="4200">
          <a:solidFill>
            <a:schemeClr val="tx2"/>
          </a:solidFill>
          <a:latin typeface="Garamond" pitchFamily="18" charset="0"/>
        </a:defRPr>
      </a:lvl7pPr>
      <a:lvl8pPr marL="1371600" algn="l" rtl="0" eaLnBrk="1" fontAlgn="base" hangingPunct="1">
        <a:spcBef>
          <a:spcPct val="0"/>
        </a:spcBef>
        <a:spcAft>
          <a:spcPct val="0"/>
        </a:spcAft>
        <a:defRPr sz="4200">
          <a:solidFill>
            <a:schemeClr val="tx2"/>
          </a:solidFill>
          <a:latin typeface="Garamond" pitchFamily="18" charset="0"/>
        </a:defRPr>
      </a:lvl8pPr>
      <a:lvl9pPr marL="1828800" algn="l" rtl="0" eaLnBrk="1" fontAlgn="base" hangingPunct="1">
        <a:spcBef>
          <a:spcPct val="0"/>
        </a:spcBef>
        <a:spcAft>
          <a:spcPct val="0"/>
        </a:spcAft>
        <a:defRPr sz="4200">
          <a:solidFill>
            <a:schemeClr val="tx2"/>
          </a:solidFill>
          <a:latin typeface="Garamond" pitchFamily="18" charset="0"/>
        </a:defRPr>
      </a:lvl9pPr>
    </p:titleStyle>
    <p:bodyStyle>
      <a:lvl1pPr marL="342900" indent="-342900" algn="l" rtl="0" eaLnBrk="1" fontAlgn="base" hangingPunct="1">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1" fontAlgn="base" hangingPunct="1">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1" fontAlgn="base" hangingPunct="1">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1" fontAlgn="base" hangingPunct="1">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reedharjaswanth"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ideo" Target="file:///C:\Users\PERSONAL\Downloads\VID-20200424-WA0018.mp4"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Title 3"/>
          <p:cNvSpPr>
            <a:spLocks noGrp="1"/>
          </p:cNvSpPr>
          <p:nvPr>
            <p:ph type="ctrTitle"/>
          </p:nvPr>
        </p:nvSpPr>
        <p:spPr>
          <a:xfrm>
            <a:off x="762000" y="1295400"/>
            <a:ext cx="7623175" cy="1752600"/>
          </a:xfrm>
        </p:spPr>
        <p:txBody>
          <a:bodyPr/>
          <a:lstStyle/>
          <a:p>
            <a:pPr algn="ctr"/>
            <a:r>
              <a:rPr lang="en-IN" dirty="0">
                <a:effectLst>
                  <a:outerShdw blurRad="38100" dist="38100" dir="2700000" algn="tl">
                    <a:srgbClr val="000000">
                      <a:alpha val="43137"/>
                    </a:srgbClr>
                  </a:outerShdw>
                </a:effectLst>
              </a:rPr>
              <a:t>Driver’s Drowsiness Detection</a:t>
            </a:r>
          </a:p>
        </p:txBody>
      </p:sp>
      <p:sp>
        <p:nvSpPr>
          <p:cNvPr id="1048591" name="Subtitle 4"/>
          <p:cNvSpPr>
            <a:spLocks noGrp="1"/>
          </p:cNvSpPr>
          <p:nvPr>
            <p:ph type="subTitle" idx="1"/>
          </p:nvPr>
        </p:nvSpPr>
        <p:spPr>
          <a:xfrm>
            <a:off x="685800" y="4038600"/>
            <a:ext cx="7848600" cy="1890712"/>
          </a:xfrm>
        </p:spPr>
        <p:txBody>
          <a:bodyPr>
            <a:normAutofit fontScale="90909" lnSpcReduction="10000"/>
          </a:bodyPr>
          <a:lstStyle/>
          <a:p>
            <a:pPr eaLnBrk="1" hangingPunct="1"/>
            <a:r>
              <a:rPr lang="en-US" sz="2000" b="1" dirty="0">
                <a:latin typeface="Times New Roman" pitchFamily="18" charset="0"/>
                <a:cs typeface="Times New Roman" pitchFamily="18" charset="0"/>
              </a:rPr>
              <a:t>Batch No: B-08			                      Project Guide:</a:t>
            </a:r>
          </a:p>
          <a:p>
            <a:r>
              <a:rPr lang="en-US" sz="1600" dirty="0">
                <a:latin typeface="Times New Roman" pitchFamily="18" charset="0"/>
                <a:cs typeface="Times New Roman" pitchFamily="18" charset="0"/>
              </a:rPr>
              <a:t>N. Pragathi	      	      (164G1A0568)                         Mr. M. Narasimhulu., </a:t>
            </a:r>
            <a:r>
              <a:rPr lang="en-US" sz="1100" dirty="0">
                <a:latin typeface="Times New Roman" pitchFamily="18" charset="0"/>
                <a:cs typeface="Times New Roman" pitchFamily="18" charset="0"/>
              </a:rPr>
              <a:t> </a:t>
            </a:r>
            <a:r>
              <a:rPr lang="en-US" sz="1100" dirty="0" err="1" smtClean="0">
                <a:latin typeface="Times New Roman" pitchFamily="18" charset="0"/>
                <a:cs typeface="Times New Roman" pitchFamily="18" charset="0"/>
              </a:rPr>
              <a:t>MTech</a:t>
            </a:r>
            <a:r>
              <a:rPr lang="en-US" sz="1100" dirty="0" smtClean="0">
                <a:latin typeface="Times New Roman" pitchFamily="18" charset="0"/>
                <a:cs typeface="Times New Roman" pitchFamily="18" charset="0"/>
              </a:rPr>
              <a:t>.</a:t>
            </a:r>
            <a:endParaRPr lang="en-US" sz="1300" baseline="-25000" dirty="0">
              <a:latin typeface="Times New Roman" pitchFamily="18" charset="0"/>
              <a:cs typeface="Times New Roman" pitchFamily="18" charset="0"/>
            </a:endParaRPr>
          </a:p>
          <a:p>
            <a:r>
              <a:rPr lang="en-US" sz="1600" dirty="0">
                <a:latin typeface="Times New Roman" pitchFamily="18" charset="0"/>
                <a:cs typeface="Times New Roman" pitchFamily="18" charset="0"/>
              </a:rPr>
              <a:t>K. Praneetha	      (164G1A0569)       	                      Assistant Professor.</a:t>
            </a:r>
          </a:p>
          <a:p>
            <a:r>
              <a:rPr lang="en-US" sz="1600" dirty="0">
                <a:latin typeface="Times New Roman" pitchFamily="18" charset="0"/>
                <a:cs typeface="Times New Roman" pitchFamily="18" charset="0"/>
              </a:rPr>
              <a:t>B. Raveena Sai                    (164G1A0578)		</a:t>
            </a:r>
          </a:p>
          <a:p>
            <a:r>
              <a:rPr lang="en-IN" sz="1600" dirty="0">
                <a:latin typeface="Times New Roman" pitchFamily="18" charset="0"/>
                <a:cs typeface="Times New Roman" pitchFamily="18" charset="0"/>
              </a:rPr>
              <a:t>Y. Sreedhar Jaswanth          (</a:t>
            </a:r>
            <a:r>
              <a:rPr lang="en-US" sz="1600" dirty="0">
                <a:latin typeface="Times New Roman" pitchFamily="18" charset="0"/>
                <a:cs typeface="Times New Roman" pitchFamily="18" charset="0"/>
              </a:rPr>
              <a:t>164G1A05A1</a:t>
            </a:r>
            <a:r>
              <a:rPr lang="en-IN" sz="1600" dirty="0">
                <a:latin typeface="Times New Roman" pitchFamily="18" charset="0"/>
                <a:cs typeface="Times New Roman" pitchFamily="18" charset="0"/>
              </a:rPr>
              <a:t>)</a:t>
            </a:r>
          </a:p>
          <a:p>
            <a:r>
              <a:rPr lang="en-IN" sz="1600" dirty="0">
                <a:latin typeface="Times New Roman" pitchFamily="18" charset="0"/>
                <a:cs typeface="Times New Roman" pitchFamily="18" charset="0"/>
              </a:rPr>
              <a:t>S. Vijay Kumar 	      (164G1A05B7) </a:t>
            </a:r>
          </a:p>
          <a:p>
            <a:r>
              <a:rPr lang="en-IN" sz="1600" dirty="0">
                <a:latin typeface="Times New Roman" pitchFamily="18" charset="0"/>
                <a:cs typeface="Times New Roman" pitchFamily="18" charset="0"/>
              </a:rPr>
              <a:t>GitHub link:</a:t>
            </a:r>
            <a:r>
              <a:rPr lang="en-IN" sz="1600" dirty="0">
                <a:hlinkClick r:id="rId3"/>
              </a:rPr>
              <a:t> https://github.com/sreedharjaswanth</a:t>
            </a:r>
            <a:endParaRPr lang="en-IN" sz="1600" dirty="0">
              <a:latin typeface="Times New Roman" pitchFamily="18" charset="0"/>
              <a:cs typeface="Times New Roman" pitchFamily="18" charset="0"/>
            </a:endParaRPr>
          </a:p>
          <a:p>
            <a:pPr eaLnBrk="1" hangingPunct="1"/>
            <a:endParaRPr lang="en-US" sz="1600" dirty="0">
              <a:latin typeface="Times New Roman" pitchFamily="18" charset="0"/>
              <a:cs typeface="Times New Roman" pitchFamily="18" charset="0"/>
            </a:endParaRPr>
          </a:p>
        </p:txBody>
      </p:sp>
      <p:sp>
        <p:nvSpPr>
          <p:cNvPr id="1048592" name="TextBox 5"/>
          <p:cNvSpPr txBox="1">
            <a:spLocks noChangeArrowheads="1"/>
          </p:cNvSpPr>
          <p:nvPr/>
        </p:nvSpPr>
        <p:spPr bwMode="auto">
          <a:xfrm>
            <a:off x="1447800" y="5967412"/>
            <a:ext cx="7086600" cy="980441"/>
          </a:xfrm>
          <a:prstGeom prst="rect">
            <a:avLst/>
          </a:prstGeom>
          <a:noFill/>
          <a:ln w="9525">
            <a:noFill/>
            <a:miter lim="800000"/>
            <a:headEnd/>
            <a:tailEnd/>
          </a:ln>
        </p:spPr>
        <p:txBody>
          <a:bodyPr>
            <a:spAutoFit/>
          </a:bodyPr>
          <a:lstStyle/>
          <a:p>
            <a:pPr algn="ctr"/>
            <a:r>
              <a:rPr lang="en-US" sz="2400" b="1" dirty="0"/>
              <a:t>Srinivasa Ramanujan Institute of Technology</a:t>
            </a:r>
          </a:p>
          <a:p>
            <a:pPr algn="ctr"/>
            <a:r>
              <a:rPr lang="en-US" b="1" dirty="0"/>
              <a:t>Department of Computer Science &amp; Engineering</a:t>
            </a:r>
          </a:p>
          <a:p>
            <a:endParaRPr lang="en-US" dirty="0"/>
          </a:p>
        </p:txBody>
      </p:sp>
      <p:pic>
        <p:nvPicPr>
          <p:cNvPr id="2097152" name="Picture 2"/>
          <p:cNvPicPr>
            <a:picLocks noChangeAspect="1" noChangeArrowheads="1"/>
          </p:cNvPicPr>
          <p:nvPr/>
        </p:nvPicPr>
        <p:blipFill>
          <a:blip r:embed="rId4"/>
          <a:srcRect/>
          <a:stretch>
            <a:fillRect/>
          </a:stretch>
        </p:blipFill>
        <p:spPr bwMode="auto">
          <a:xfrm>
            <a:off x="685800" y="5929312"/>
            <a:ext cx="958850" cy="814388"/>
          </a:xfrm>
          <a:prstGeom prst="rect">
            <a:avLst/>
          </a:prstGeom>
          <a:noFill/>
          <a:ln w="9525">
            <a:noFill/>
            <a:miter lim="800000"/>
            <a:headEnd/>
            <a:tailEnd/>
          </a:ln>
        </p:spPr>
      </p:pic>
    </p:spTree>
  </p:cSld>
  <p:clrMapOvr>
    <a:masterClrMapping/>
  </p:clrMapOvr>
  <p:transition advTm="400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046BFA-826E-4730-BDF0-F51DFE38778F}"/>
              </a:ext>
            </a:extLst>
          </p:cNvPr>
          <p:cNvSpPr>
            <a:spLocks noGrp="1"/>
          </p:cNvSpPr>
          <p:nvPr>
            <p:ph type="title"/>
          </p:nvPr>
        </p:nvSpPr>
        <p:spPr/>
        <p:txBody>
          <a:bodyPr/>
          <a:lstStyle/>
          <a:p>
            <a:r>
              <a:rPr lang="en-US" dirty="0"/>
              <a:t>Contents	</a:t>
            </a:r>
            <a:endParaRPr lang="en-IN" dirty="0"/>
          </a:p>
        </p:txBody>
      </p:sp>
      <p:sp>
        <p:nvSpPr>
          <p:cNvPr id="3" name="Content Placeholder 2">
            <a:extLst>
              <a:ext uri="{FF2B5EF4-FFF2-40B4-BE49-F238E27FC236}">
                <a16:creationId xmlns:a16="http://schemas.microsoft.com/office/drawing/2014/main" xmlns="" id="{F5F91714-119C-4E60-A214-069740A564FD}"/>
              </a:ext>
            </a:extLst>
          </p:cNvPr>
          <p:cNvSpPr>
            <a:spLocks noGrp="1"/>
          </p:cNvSpPr>
          <p:nvPr>
            <p:ph idx="1"/>
          </p:nvPr>
        </p:nvSpPr>
        <p:spPr>
          <a:xfrm>
            <a:off x="457200" y="1714488"/>
            <a:ext cx="8229600" cy="4416437"/>
          </a:xfrm>
        </p:spPr>
        <p:txBody>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Existing System</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Proposed System</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Requirements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UML Diagrams</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Implementation</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Outputs</a:t>
            </a:r>
          </a:p>
          <a:p>
            <a:pPr>
              <a:buFont typeface="Wingdings" panose="05000000000000000000" pitchFamily="2" charset="2"/>
              <a:buChar char="Ø"/>
            </a:pPr>
            <a:r>
              <a:rPr lang="en-IN" sz="2400" dirty="0" smtClean="0">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r>
              <a:rPr lang="en-IN" sz="2400" dirty="0" smtClean="0">
                <a:latin typeface="Times New Roman" panose="02020603050405020304" pitchFamily="18" charset="0"/>
                <a:cs typeface="Times New Roman" panose="02020603050405020304" pitchFamily="18" charset="0"/>
              </a:rPr>
              <a:t>References</a:t>
            </a: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234560670"/>
      </p:ext>
    </p:extLst>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Title 1"/>
          <p:cNvSpPr>
            <a:spLocks noGrp="1"/>
          </p:cNvSpPr>
          <p:nvPr>
            <p:ph type="title"/>
          </p:nvPr>
        </p:nvSpPr>
        <p:spPr/>
        <p:txBody>
          <a:bodyPr/>
          <a:lstStyle/>
          <a:p>
            <a:pPr eaLnBrk="1" hangingPunct="1"/>
            <a:r>
              <a:rPr lang="en-US" dirty="0">
                <a:effectLst>
                  <a:outerShdw blurRad="38100" dist="38100" dir="2700000" algn="tl">
                    <a:srgbClr val="000000">
                      <a:alpha val="43137"/>
                    </a:srgbClr>
                  </a:outerShdw>
                </a:effectLst>
              </a:rPr>
              <a:t>Introduction</a:t>
            </a:r>
          </a:p>
        </p:txBody>
      </p:sp>
      <p:sp>
        <p:nvSpPr>
          <p:cNvPr id="1048602" name="Content Placeholder 2"/>
          <p:cNvSpPr>
            <a:spLocks noGrp="1"/>
          </p:cNvSpPr>
          <p:nvPr>
            <p:ph idx="1"/>
          </p:nvPr>
        </p:nvSpPr>
        <p:spPr>
          <a:xfrm>
            <a:off x="395536" y="1412776"/>
            <a:ext cx="8458200" cy="4536504"/>
          </a:xfrm>
        </p:spPr>
        <p:txBody>
          <a:bodyPr/>
          <a:lstStyle/>
          <a:p>
            <a:pPr algn="just">
              <a:buFont typeface="Wingdings" pitchFamily="2" charset="2"/>
              <a:buChar char="Ø"/>
            </a:pPr>
            <a:r>
              <a:rPr lang="en-IN" sz="2400" dirty="0">
                <a:latin typeface="Times New Roman" panose="02020603050405020304" pitchFamily="18" charset="0"/>
                <a:cs typeface="Times New Roman" panose="02020603050405020304" pitchFamily="18" charset="0"/>
              </a:rPr>
              <a:t>According to a study, around quarter of the motor vehicles accidents occur due to sleepiness and tiredness while driving long distances, to the driver</a:t>
            </a:r>
            <a:r>
              <a:rPr lang="en-US" sz="2400" dirty="0">
                <a:latin typeface="Times New Roman" panose="02020603050405020304" pitchFamily="18" charset="0"/>
                <a:cs typeface="Times New Roman" pitchFamily="18" charset="0"/>
              </a:rPr>
              <a:t>.</a:t>
            </a:r>
            <a:endParaRPr lang="en-IN" sz="2400" dirty="0">
              <a:latin typeface="Times New Roman" panose="02020603050405020304" pitchFamily="18" charset="0"/>
              <a:cs typeface="Times New Roman" panose="02020603050405020304" pitchFamily="18" charset="0"/>
            </a:endParaRPr>
          </a:p>
          <a:p>
            <a:pPr algn="just">
              <a:buFont typeface="Wingdings" pitchFamily="2" charset="2"/>
              <a:buChar char="Ø"/>
            </a:pPr>
            <a:r>
              <a:rPr lang="en-IN" sz="2400" dirty="0">
                <a:latin typeface="Times New Roman" panose="02020603050405020304" pitchFamily="18" charset="0"/>
                <a:cs typeface="Times New Roman" panose="02020603050405020304" pitchFamily="18" charset="0"/>
              </a:rPr>
              <a:t>The main idea of this project is to develop an system which ensures safety of the driver by monitoring the status of the driver’s eye </a:t>
            </a:r>
            <a:r>
              <a:rPr lang="en-US" sz="2400" dirty="0">
                <a:latin typeface="Times New Roman" panose="02020603050405020304" pitchFamily="18" charset="0"/>
                <a:cs typeface="Times New Roman" pitchFamily="18" charset="0"/>
              </a:rPr>
              <a:t>from a camera </a:t>
            </a:r>
            <a:r>
              <a:rPr lang="en-IN" sz="2400" dirty="0">
                <a:latin typeface="Times New Roman" panose="02020603050405020304" pitchFamily="18" charset="0"/>
                <a:cs typeface="Times New Roman" panose="02020603050405020304" pitchFamily="18" charset="0"/>
              </a:rPr>
              <a:t>and alerting him whenever necessary. </a:t>
            </a:r>
            <a:endParaRPr lang="en-US" sz="2800" dirty="0">
              <a:latin typeface="Times New Roman" pitchFamily="18" charset="0"/>
              <a:cs typeface="Times New Roman" pitchFamily="18" charset="0"/>
            </a:endParaRPr>
          </a:p>
          <a:p>
            <a:pPr algn="just">
              <a:buFont typeface="Wingdings" pitchFamily="2" charset="2"/>
              <a:buChar char="Ø"/>
            </a:pPr>
            <a:endParaRPr lang="en-US" sz="2800" dirty="0">
              <a:latin typeface="Times New Roman" pitchFamily="18" charset="0"/>
              <a:cs typeface="Times New Roman" pitchFamily="18" charset="0"/>
            </a:endParaRPr>
          </a:p>
          <a:p>
            <a:pPr algn="just">
              <a:buFont typeface="Wingdings" pitchFamily="2" charset="2"/>
              <a:buChar char="Ø"/>
            </a:pPr>
            <a:endParaRPr lang="en-US" sz="2800" dirty="0">
              <a:latin typeface="Times New Roman" pitchFamily="18" charset="0"/>
              <a:cs typeface="Times New Roman" pitchFamily="18" charset="0"/>
            </a:endParaRPr>
          </a:p>
          <a:p>
            <a:pPr algn="just">
              <a:buFont typeface="Wingdings" pitchFamily="2" charset="2"/>
              <a:buChar char="Ø"/>
            </a:pPr>
            <a:endParaRPr lang="en-US" sz="2800" dirty="0">
              <a:latin typeface="Times New Roman" pitchFamily="18" charset="0"/>
              <a:cs typeface="Times New Roman" pitchFamily="18" charset="0"/>
            </a:endParaRPr>
          </a:p>
          <a:p>
            <a:pPr algn="just">
              <a:buFont typeface="Wingdings" pitchFamily="2" charset="2"/>
              <a:buChar char="Ø"/>
            </a:pPr>
            <a:endParaRPr lang="en-US" sz="2800" dirty="0">
              <a:latin typeface="Times New Roman" pitchFamily="18" charset="0"/>
              <a:cs typeface="Times New Roman" pitchFamily="18" charset="0"/>
            </a:endParaRPr>
          </a:p>
          <a:p>
            <a:pPr algn="just">
              <a:buFont typeface="Wingdings" pitchFamily="2" charset="2"/>
              <a:buChar char="Ø"/>
            </a:pPr>
            <a:endParaRPr lang="en-US" sz="2800" dirty="0">
              <a:latin typeface="Times New Roman" pitchFamily="18" charset="0"/>
              <a:cs typeface="Times New Roman" pitchFamily="18" charset="0"/>
            </a:endParaRPr>
          </a:p>
          <a:p>
            <a:pPr algn="just">
              <a:buFont typeface="Wingdings" pitchFamily="2" charset="2"/>
              <a:buChar char="Ø"/>
            </a:pPr>
            <a:endParaRPr lang="en-US" sz="2800" dirty="0">
              <a:latin typeface="Times New Roman" pitchFamily="18" charset="0"/>
              <a:cs typeface="Times New Roman" pitchFamily="18" charset="0"/>
            </a:endParaRPr>
          </a:p>
          <a:p>
            <a:pPr algn="just">
              <a:buFont typeface="Wingdings" pitchFamily="2" charset="2"/>
              <a:buChar char="Ø"/>
            </a:pPr>
            <a:endParaRPr lang="en-US" sz="2800" dirty="0">
              <a:latin typeface="Times New Roman" pitchFamily="18" charset="0"/>
              <a:cs typeface="Times New Roman"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itle 1"/>
          <p:cNvSpPr>
            <a:spLocks noGrp="1"/>
          </p:cNvSpPr>
          <p:nvPr>
            <p:ph type="title"/>
          </p:nvPr>
        </p:nvSpPr>
        <p:spPr/>
        <p:txBody>
          <a:bodyPr/>
          <a:lstStyle/>
          <a:p>
            <a:r>
              <a:rPr lang="en-US" dirty="0">
                <a:effectLst>
                  <a:outerShdw blurRad="38100" dist="38100" dir="2700000" algn="tl">
                    <a:srgbClr val="000000">
                      <a:alpha val="43137"/>
                    </a:srgbClr>
                  </a:outerShdw>
                </a:effectLst>
              </a:rPr>
              <a:t>Existing System</a:t>
            </a:r>
          </a:p>
        </p:txBody>
      </p:sp>
      <p:sp>
        <p:nvSpPr>
          <p:cNvPr id="1048607" name="Content Placeholder 2"/>
          <p:cNvSpPr>
            <a:spLocks noGrp="1"/>
          </p:cNvSpPr>
          <p:nvPr>
            <p:ph idx="1"/>
          </p:nvPr>
        </p:nvSpPr>
        <p:spPr/>
        <p:txBody>
          <a:bodyPr/>
          <a:lstStyle/>
          <a:p>
            <a:pPr algn="just">
              <a:buFont typeface="Wingdings" panose="05000000000000000000" pitchFamily="2" charset="2"/>
              <a:buChar char="Ø"/>
            </a:pPr>
            <a:r>
              <a:rPr lang="en-IN" sz="2400" dirty="0">
                <a:latin typeface="Times New Roman" pitchFamily="18" charset="0"/>
                <a:cs typeface="Times New Roman" pitchFamily="18" charset="0"/>
              </a:rPr>
              <a:t>The existing system detects the full face which follows RGB colour format, which takes more time to detect the drowsiness and alert. </a:t>
            </a:r>
          </a:p>
          <a:p>
            <a:pPr algn="just">
              <a:buFont typeface="Wingdings" panose="05000000000000000000" pitchFamily="2" charset="2"/>
              <a:buChar char="Ø"/>
            </a:pPr>
            <a:r>
              <a:rPr lang="en-IN" sz="2400" dirty="0">
                <a:latin typeface="Times New Roman" pitchFamily="18" charset="0"/>
                <a:cs typeface="Times New Roman" pitchFamily="18" charset="0"/>
              </a:rPr>
              <a:t>So the occurrence of accidents will be more  due to the time delay</a:t>
            </a:r>
            <a:r>
              <a:rPr lang="en-IN" sz="2400" dirty="0"/>
              <a:t>.</a:t>
            </a:r>
            <a:endParaRPr lang="en-US" sz="2400"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Title 1"/>
          <p:cNvSpPr>
            <a:spLocks noGrp="1"/>
          </p:cNvSpPr>
          <p:nvPr>
            <p:ph type="title"/>
          </p:nvPr>
        </p:nvSpPr>
        <p:spPr/>
        <p:txBody>
          <a:bodyPr/>
          <a:lstStyle/>
          <a:p>
            <a:pPr eaLnBrk="1" hangingPunct="1"/>
            <a:r>
              <a:rPr lang="en-US" dirty="0">
                <a:effectLst>
                  <a:outerShdw blurRad="38100" dist="38100" dir="2700000" algn="tl">
                    <a:srgbClr val="000000">
                      <a:alpha val="43137"/>
                    </a:srgbClr>
                  </a:outerShdw>
                </a:effectLst>
              </a:rPr>
              <a:t>Proposed System</a:t>
            </a:r>
          </a:p>
        </p:txBody>
      </p:sp>
      <p:sp>
        <p:nvSpPr>
          <p:cNvPr id="1048609" name="Content Placeholder 2"/>
          <p:cNvSpPr>
            <a:spLocks noGrp="1"/>
          </p:cNvSpPr>
          <p:nvPr>
            <p:ph idx="1"/>
          </p:nvPr>
        </p:nvSpPr>
        <p:spPr>
          <a:xfrm>
            <a:off x="381000" y="1600200"/>
            <a:ext cx="8458200" cy="4530725"/>
          </a:xfrm>
        </p:spPr>
        <p:txBody>
          <a:bodyPr/>
          <a:lstStyle/>
          <a:p>
            <a:pPr algn="just">
              <a:buFont typeface="Wingdings" pitchFamily="2" charset="2"/>
              <a:buChar char="Ø"/>
            </a:pPr>
            <a:r>
              <a:rPr lang="en-IN" sz="2400" dirty="0">
                <a:latin typeface="Times New Roman" pitchFamily="18" charset="0"/>
                <a:cs typeface="Times New Roman" pitchFamily="18" charset="0"/>
              </a:rPr>
              <a:t>The proposed system will alert the driver by taking an input from an live video, mainly focusing on the eyes and by changing the colour format from RGB to </a:t>
            </a:r>
            <a:r>
              <a:rPr lang="en-IN" sz="2400" dirty="0" smtClean="0">
                <a:latin typeface="Times New Roman" pitchFamily="18" charset="0"/>
                <a:cs typeface="Times New Roman" pitchFamily="18" charset="0"/>
              </a:rPr>
              <a:t>Gray </a:t>
            </a:r>
            <a:r>
              <a:rPr lang="en-IN" sz="2400" dirty="0">
                <a:latin typeface="Times New Roman" pitchFamily="18" charset="0"/>
                <a:cs typeface="Times New Roman" pitchFamily="18" charset="0"/>
              </a:rPr>
              <a:t>.</a:t>
            </a:r>
          </a:p>
          <a:p>
            <a:pPr algn="just">
              <a:buFont typeface="Wingdings" pitchFamily="2" charset="2"/>
              <a:buChar char="Ø"/>
            </a:pPr>
            <a:endParaRPr lang="en-US" sz="2400" dirty="0">
              <a:latin typeface="Times New Roman" pitchFamily="18" charset="0"/>
              <a:cs typeface="Times New Roman" pitchFamily="18" charset="0"/>
            </a:endParaRPr>
          </a:p>
          <a:p>
            <a:pPr algn="just" eaLnBrk="1" hangingPunct="1">
              <a:buFont typeface="Wingdings" panose="05000000000000000000" pitchFamily="2" charset="2"/>
              <a:buChar char="Ø"/>
            </a:pPr>
            <a:endParaRPr lang="en-IN" sz="2400" dirty="0">
              <a:latin typeface="Times New Roman" pitchFamily="18" charset="0"/>
              <a:cs typeface="Times New Roman"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Title 1"/>
          <p:cNvSpPr>
            <a:spLocks noGrp="1"/>
          </p:cNvSpPr>
          <p:nvPr>
            <p:ph type="title"/>
          </p:nvPr>
        </p:nvSpPr>
        <p:spPr/>
        <p:txBody>
          <a:bodyPr/>
          <a:lstStyle/>
          <a:p>
            <a:r>
              <a:rPr lang="en-IN" dirty="0"/>
              <a:t>Requirements</a:t>
            </a:r>
          </a:p>
        </p:txBody>
      </p:sp>
      <p:sp>
        <p:nvSpPr>
          <p:cNvPr id="1048611" name="Content Placeholder 2"/>
          <p:cNvSpPr>
            <a:spLocks noGrp="1"/>
          </p:cNvSpPr>
          <p:nvPr>
            <p:ph idx="1"/>
          </p:nvPr>
        </p:nvSpPr>
        <p:spPr>
          <a:xfrm>
            <a:off x="457200" y="1124744"/>
            <a:ext cx="8229600" cy="5256584"/>
          </a:xfrm>
        </p:spPr>
        <p:txBody>
          <a:bodyPr/>
          <a:lstStyle/>
          <a:p>
            <a:pPr algn="just">
              <a:buNone/>
            </a:pPr>
            <a:r>
              <a:rPr lang="en-US" sz="2800" dirty="0">
                <a:latin typeface="Times New Roman" panose="02020603050405020304" pitchFamily="18" charset="0"/>
                <a:cs typeface="Times New Roman" panose="02020603050405020304" pitchFamily="18" charset="0"/>
              </a:rPr>
              <a:t>Software Requirements:</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OS		 : Windows.</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Python IDE	 : python 3.x.x</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Module 	 : OpenCV &amp; which are needed.</a:t>
            </a:r>
          </a:p>
          <a:p>
            <a:pPr algn="just">
              <a:buNone/>
            </a:pP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Hardware Requirements: </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RAM        : 4GB and Higher.</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Processor : Intel i3 and above.</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Hard Disk : 320MB: Minimum.</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itle 1"/>
          <p:cNvSpPr>
            <a:spLocks noGrp="1"/>
          </p:cNvSpPr>
          <p:nvPr>
            <p:ph type="title"/>
          </p:nvPr>
        </p:nvSpPr>
        <p:spPr/>
        <p:txBody>
          <a:bodyPr/>
          <a:lstStyle/>
          <a:p>
            <a:r>
              <a:rPr lang="en-US" dirty="0">
                <a:effectLst>
                  <a:outerShdw blurRad="38100" dist="38100" dir="2700000" algn="tl">
                    <a:srgbClr val="000000">
                      <a:alpha val="43137"/>
                    </a:srgbClr>
                  </a:outerShdw>
                </a:effectLst>
              </a:rPr>
              <a:t>Problem Definition</a:t>
            </a:r>
          </a:p>
        </p:txBody>
      </p:sp>
      <p:sp>
        <p:nvSpPr>
          <p:cNvPr id="1048613" name="Content Placeholder 2"/>
          <p:cNvSpPr>
            <a:spLocks noGrp="1"/>
          </p:cNvSpPr>
          <p:nvPr>
            <p:ph idx="1"/>
          </p:nvPr>
        </p:nvSpPr>
        <p:spPr/>
        <p:txBody>
          <a:bodyPr/>
          <a:lstStyle/>
          <a:p>
            <a:pPr algn="just"/>
            <a:r>
              <a:rPr lang="en-IN" sz="2400" dirty="0">
                <a:latin typeface="Times New Roman" pitchFamily="18" charset="0"/>
                <a:cs typeface="Times New Roman" pitchFamily="18" charset="0"/>
              </a:rPr>
              <a:t>The present existing system has the problem in detecting &amp; alerting the driver drowsiness by processing the full face in RGB colour format. The proposed method uses ‘OpenCV’, ‘NumPy’ and other packages for the detection of drowsiness by processing only the eyes which has to be mainly focused and by converting the video into “grey scale” to have a better performance.</a:t>
            </a:r>
            <a:endParaRPr lang="en-US" sz="2400" dirty="0">
              <a:latin typeface="Times New Roman" pitchFamily="18" charset="0"/>
              <a:cs typeface="Times New Roman" pitchFamily="18" charset="0"/>
            </a:endParaRPr>
          </a:p>
          <a:p>
            <a:pPr algn="just"/>
            <a:endParaRPr 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Title 1"/>
          <p:cNvSpPr>
            <a:spLocks noGrp="1"/>
          </p:cNvSpPr>
          <p:nvPr>
            <p:ph type="title"/>
          </p:nvPr>
        </p:nvSpPr>
        <p:spPr/>
        <p:txBody>
          <a:bodyPr/>
          <a:lstStyle/>
          <a:p>
            <a:r>
              <a:rPr lang="en-IN" sz="3200" b="1" dirty="0">
                <a:effectLst>
                  <a:outerShdw blurRad="38100" dist="38100" dir="2700000" algn="tl">
                    <a:srgbClr val="000000">
                      <a:alpha val="43137"/>
                    </a:srgbClr>
                  </a:outerShdw>
                </a:effectLst>
              </a:rPr>
              <a:t>UML Diagrams</a:t>
            </a:r>
            <a:br>
              <a:rPr lang="en-IN" sz="3200" b="1" dirty="0">
                <a:effectLst>
                  <a:outerShdw blurRad="38100" dist="38100" dir="2700000" algn="tl">
                    <a:srgbClr val="000000">
                      <a:alpha val="43137"/>
                    </a:srgbClr>
                  </a:outerShdw>
                </a:effectLst>
              </a:rPr>
            </a:br>
            <a:r>
              <a:rPr lang="en-IN" sz="2800" dirty="0">
                <a:solidFill>
                  <a:schemeClr val="tx1"/>
                </a:solidFill>
                <a:latin typeface="Times New Roman" pitchFamily="18" charset="0"/>
                <a:cs typeface="Times New Roman" pitchFamily="18" charset="0"/>
              </a:rPr>
              <a:t>Use case Diagram</a:t>
            </a:r>
          </a:p>
        </p:txBody>
      </p:sp>
      <p:pic>
        <p:nvPicPr>
          <p:cNvPr id="5" name="Content Placeholder 4" descr="Screenshot (31).png"/>
          <p:cNvPicPr>
            <a:picLocks noGrp="1" noChangeAspect="1"/>
          </p:cNvPicPr>
          <p:nvPr>
            <p:ph idx="1"/>
          </p:nvPr>
        </p:nvPicPr>
        <p:blipFill>
          <a:blip r:embed="rId2"/>
          <a:stretch>
            <a:fillRect/>
          </a:stretch>
        </p:blipFill>
        <p:spPr>
          <a:xfrm>
            <a:off x="1071538" y="1285860"/>
            <a:ext cx="7143800" cy="5347527"/>
          </a:xfrm>
        </p:spPr>
      </p:pic>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Title 1"/>
          <p:cNvSpPr>
            <a:spLocks noGrp="1"/>
          </p:cNvSpPr>
          <p:nvPr>
            <p:ph type="title"/>
          </p:nvPr>
        </p:nvSpPr>
        <p:spPr/>
        <p:txBody>
          <a:bodyPr/>
          <a:lstStyle/>
          <a:p>
            <a:r>
              <a:rPr lang="en-IN" b="1" dirty="0">
                <a:effectLst>
                  <a:outerShdw blurRad="38100" dist="38100" dir="2700000" algn="tl">
                    <a:srgbClr val="000000">
                      <a:alpha val="43137"/>
                    </a:srgbClr>
                  </a:outerShdw>
                </a:effectLst>
              </a:rPr>
              <a:t>Contd..</a:t>
            </a:r>
          </a:p>
        </p:txBody>
      </p:sp>
      <p:sp>
        <p:nvSpPr>
          <p:cNvPr id="1048632" name="Content Placeholder 4"/>
          <p:cNvSpPr>
            <a:spLocks noGrp="1"/>
          </p:cNvSpPr>
          <p:nvPr>
            <p:ph idx="1"/>
          </p:nvPr>
        </p:nvSpPr>
        <p:spPr/>
        <p:txBody>
          <a:bodyPr/>
          <a:lstStyle/>
          <a:p>
            <a:r>
              <a:rPr lang="en-IN" dirty="0">
                <a:latin typeface="Times New Roman" pitchFamily="18" charset="0"/>
                <a:cs typeface="Times New Roman" pitchFamily="18" charset="0"/>
              </a:rPr>
              <a:t>Sequence Diagram</a:t>
            </a:r>
          </a:p>
        </p:txBody>
      </p:sp>
      <p:pic>
        <p:nvPicPr>
          <p:cNvPr id="2097155" name="Picture 5" descr="Screenshot (4).png"/>
          <p:cNvPicPr>
            <a:picLocks noChangeAspect="1"/>
          </p:cNvPicPr>
          <p:nvPr/>
        </p:nvPicPr>
        <p:blipFill>
          <a:blip r:embed="rId2"/>
          <a:stretch>
            <a:fillRect/>
          </a:stretch>
        </p:blipFill>
        <p:spPr>
          <a:xfrm>
            <a:off x="2071670" y="2143116"/>
            <a:ext cx="5444004" cy="3942486"/>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Title 1"/>
          <p:cNvSpPr>
            <a:spLocks noGrp="1"/>
          </p:cNvSpPr>
          <p:nvPr>
            <p:ph type="title"/>
          </p:nvPr>
        </p:nvSpPr>
        <p:spPr/>
        <p:txBody>
          <a:bodyPr/>
          <a:lstStyle/>
          <a:p>
            <a:r>
              <a:rPr lang="en-IN" b="1" dirty="0">
                <a:effectLst>
                  <a:outerShdw blurRad="38100" dist="38100" dir="2700000" algn="tl">
                    <a:srgbClr val="000000">
                      <a:alpha val="43137"/>
                    </a:srgbClr>
                  </a:outerShdw>
                </a:effectLst>
              </a:rPr>
              <a:t>Contd..</a:t>
            </a:r>
          </a:p>
        </p:txBody>
      </p:sp>
      <p:sp>
        <p:nvSpPr>
          <p:cNvPr id="1048634" name="Content Placeholder 2"/>
          <p:cNvSpPr>
            <a:spLocks noGrp="1"/>
          </p:cNvSpPr>
          <p:nvPr>
            <p:ph idx="1"/>
          </p:nvPr>
        </p:nvSpPr>
        <p:spPr/>
        <p:txBody>
          <a:bodyPr/>
          <a:lstStyle/>
          <a:p>
            <a:r>
              <a:rPr lang="en-IN" dirty="0">
                <a:latin typeface="Times New Roman" pitchFamily="18" charset="0"/>
                <a:cs typeface="Times New Roman" pitchFamily="18" charset="0"/>
              </a:rPr>
              <a:t>Collaboration Diagram</a:t>
            </a:r>
          </a:p>
        </p:txBody>
      </p:sp>
      <p:pic>
        <p:nvPicPr>
          <p:cNvPr id="5" name="Picture 4" descr="Screenshot (29).png"/>
          <p:cNvPicPr>
            <a:picLocks noChangeAspect="1"/>
          </p:cNvPicPr>
          <p:nvPr/>
        </p:nvPicPr>
        <p:blipFill>
          <a:blip r:embed="rId2"/>
          <a:stretch>
            <a:fillRect/>
          </a:stretch>
        </p:blipFill>
        <p:spPr>
          <a:xfrm>
            <a:off x="857224" y="2428868"/>
            <a:ext cx="7978727" cy="3134106"/>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effectLst>
                  <a:outerShdw blurRad="38100" dist="38100" dir="2700000" algn="tl">
                    <a:srgbClr val="000000">
                      <a:alpha val="43137"/>
                    </a:srgbClr>
                  </a:outerShdw>
                </a:effectLst>
              </a:rPr>
              <a:t>Data Flow Diagram</a:t>
            </a:r>
          </a:p>
        </p:txBody>
      </p:sp>
      <p:pic>
        <p:nvPicPr>
          <p:cNvPr id="4" name="Content Placeholder 3" descr="Screenshot (18).png"/>
          <p:cNvPicPr>
            <a:picLocks noGrp="1" noChangeAspect="1"/>
          </p:cNvPicPr>
          <p:nvPr>
            <p:ph idx="1"/>
          </p:nvPr>
        </p:nvPicPr>
        <p:blipFill>
          <a:blip r:embed="rId2"/>
          <a:stretch>
            <a:fillRect/>
          </a:stretch>
        </p:blipFill>
        <p:spPr>
          <a:xfrm>
            <a:off x="1508662" y="1600200"/>
            <a:ext cx="6126675" cy="4530725"/>
          </a:xfrm>
        </p:spPr>
      </p:pic>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Title 1"/>
          <p:cNvSpPr>
            <a:spLocks noGrp="1"/>
          </p:cNvSpPr>
          <p:nvPr>
            <p:ph type="title"/>
          </p:nvPr>
        </p:nvSpPr>
        <p:spPr>
          <a:xfrm>
            <a:off x="457200" y="277813"/>
            <a:ext cx="8229600" cy="918939"/>
          </a:xfrm>
        </p:spPr>
        <p:txBody>
          <a:bodyPr/>
          <a:lstStyle/>
          <a:p>
            <a:r>
              <a:rPr lang="en-US" dirty="0">
                <a:effectLst>
                  <a:outerShdw blurRad="38100" dist="38100" dir="2700000" algn="tl">
                    <a:srgbClr val="000000">
                      <a:alpha val="43137"/>
                    </a:srgbClr>
                  </a:outerShdw>
                </a:effectLst>
              </a:rPr>
              <a:t>I</a:t>
            </a:r>
            <a:r>
              <a:rPr lang="en-IN" dirty="0" err="1">
                <a:effectLst>
                  <a:outerShdw blurRad="38100" dist="38100" dir="2700000" algn="tl">
                    <a:srgbClr val="000000">
                      <a:alpha val="43137"/>
                    </a:srgbClr>
                  </a:outerShdw>
                </a:effectLst>
              </a:rPr>
              <a:t>mplementation</a:t>
            </a:r>
            <a:endParaRPr lang="en-IN" dirty="0">
              <a:effectLst>
                <a:outerShdw blurRad="38100" dist="38100" dir="2700000" algn="tl">
                  <a:srgbClr val="000000">
                    <a:alpha val="43137"/>
                  </a:srgbClr>
                </a:outerShdw>
              </a:effectLst>
            </a:endParaRPr>
          </a:p>
        </p:txBody>
      </p:sp>
      <p:sp>
        <p:nvSpPr>
          <p:cNvPr id="1048615" name="Content Placeholder 2"/>
          <p:cNvSpPr>
            <a:spLocks noGrp="1"/>
          </p:cNvSpPr>
          <p:nvPr>
            <p:ph idx="1"/>
          </p:nvPr>
        </p:nvSpPr>
        <p:spPr>
          <a:xfrm>
            <a:off x="457200" y="1700808"/>
            <a:ext cx="8229600" cy="4430117"/>
          </a:xfrm>
        </p:spPr>
        <p:txBody>
          <a:bodyPr/>
          <a:lstStyle/>
          <a:p>
            <a:pPr marL="0" indent="0">
              <a:buNone/>
            </a:pPr>
            <a:r>
              <a:rPr lang="en-IN" sz="2400" dirty="0">
                <a:latin typeface="Times New Roman" panose="02020603050405020304" pitchFamily="18" charset="0"/>
                <a:cs typeface="Times New Roman" panose="02020603050405020304" pitchFamily="18" charset="0"/>
              </a:rPr>
              <a:t>Step 1: Taking input from the camera.</a:t>
            </a:r>
          </a:p>
          <a:p>
            <a:pPr marL="0" indent="0">
              <a:buNone/>
            </a:pPr>
            <a:r>
              <a:rPr lang="en-IN" sz="2400" dirty="0">
                <a:latin typeface="Times New Roman" panose="02020603050405020304" pitchFamily="18" charset="0"/>
                <a:cs typeface="Times New Roman" panose="02020603050405020304" pitchFamily="18" charset="0"/>
              </a:rPr>
              <a:t>Step 2: Detecting the eye &amp; counting the blinks.</a:t>
            </a:r>
          </a:p>
          <a:p>
            <a:pPr marL="0" indent="0">
              <a:buNone/>
            </a:pPr>
            <a:r>
              <a:rPr lang="en-IN" sz="2400" dirty="0">
                <a:latin typeface="Times New Roman" panose="02020603050405020304" pitchFamily="18" charset="0"/>
                <a:cs typeface="Times New Roman" panose="02020603050405020304" pitchFamily="18" charset="0"/>
              </a:rPr>
              <a:t>Step 3: If blink count &lt; thresh, stage1 Alert</a:t>
            </a:r>
            <a:r>
              <a:rPr lang="en-IN" sz="2400" dirty="0" smtClean="0">
                <a:latin typeface="Times New Roman" panose="02020603050405020304" pitchFamily="18" charset="0"/>
                <a:cs typeface="Times New Roman" panose="02020603050405020304" pitchFamily="18" charset="0"/>
              </a:rPr>
              <a:t>.</a:t>
            </a:r>
          </a:p>
          <a:p>
            <a:pPr marL="0" indent="0">
              <a:buNone/>
            </a:pPr>
            <a:r>
              <a:rPr lang="en-IN" sz="2400" dirty="0" smtClean="0">
                <a:latin typeface="Times New Roman" panose="02020603050405020304" pitchFamily="18" charset="0"/>
                <a:cs typeface="Times New Roman" panose="02020603050405020304" pitchFamily="18" charset="0"/>
              </a:rPr>
              <a:t>Step 4:If blink count &gt; thresh, Go To step 2.</a:t>
            </a: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Step </a:t>
            </a:r>
            <a:r>
              <a:rPr lang="en-IN" sz="2400" dirty="0" smtClean="0">
                <a:latin typeface="Times New Roman" panose="02020603050405020304" pitchFamily="18" charset="0"/>
                <a:cs typeface="Times New Roman" panose="02020603050405020304" pitchFamily="18" charset="0"/>
              </a:rPr>
              <a:t>5: </a:t>
            </a:r>
            <a:r>
              <a:rPr lang="en-IN" sz="2400" dirty="0">
                <a:latin typeface="Times New Roman" panose="02020603050405020304" pitchFamily="18" charset="0"/>
                <a:cs typeface="Times New Roman" panose="02020603050405020304" pitchFamily="18" charset="0"/>
              </a:rPr>
              <a:t>Moving control to stage2, checking for drowsiness factor.</a:t>
            </a:r>
          </a:p>
          <a:p>
            <a:pPr marL="0" indent="0">
              <a:buNone/>
            </a:pPr>
            <a:r>
              <a:rPr lang="en-IN" sz="2400" dirty="0">
                <a:latin typeface="Times New Roman" panose="02020603050405020304" pitchFamily="18" charset="0"/>
                <a:cs typeface="Times New Roman" panose="02020603050405020304" pitchFamily="18" charset="0"/>
              </a:rPr>
              <a:t>Step </a:t>
            </a:r>
            <a:r>
              <a:rPr lang="en-IN" sz="2400" dirty="0" smtClean="0">
                <a:latin typeface="Times New Roman" panose="02020603050405020304" pitchFamily="18" charset="0"/>
                <a:cs typeface="Times New Roman" panose="02020603050405020304" pitchFamily="18" charset="0"/>
              </a:rPr>
              <a:t>6: </a:t>
            </a:r>
            <a:r>
              <a:rPr lang="en-IN" sz="2400" dirty="0">
                <a:latin typeface="Times New Roman" panose="02020603050405020304" pitchFamily="18" charset="0"/>
                <a:cs typeface="Times New Roman" panose="02020603050405020304" pitchFamily="18" charset="0"/>
              </a:rPr>
              <a:t>If drowsiness </a:t>
            </a:r>
            <a:r>
              <a:rPr lang="en-IN" sz="2400" dirty="0" smtClean="0">
                <a:latin typeface="Times New Roman" panose="02020603050405020304" pitchFamily="18" charset="0"/>
                <a:cs typeface="Times New Roman" panose="02020603050405020304" pitchFamily="18" charset="0"/>
              </a:rPr>
              <a:t>factor&gt;Standard </a:t>
            </a:r>
            <a:r>
              <a:rPr lang="en-IN" sz="2400" dirty="0">
                <a:latin typeface="Times New Roman" panose="02020603050405020304" pitchFamily="18" charset="0"/>
                <a:cs typeface="Times New Roman" panose="02020603050405020304" pitchFamily="18" charset="0"/>
              </a:rPr>
              <a:t>drowsiness factor, give   	alert until eye’s are opened.</a:t>
            </a:r>
          </a:p>
          <a:p>
            <a:pPr marL="0" indent="0">
              <a:buNone/>
            </a:pPr>
            <a:r>
              <a:rPr lang="en-IN" sz="2400" dirty="0">
                <a:latin typeface="Times New Roman" panose="02020603050405020304" pitchFamily="18" charset="0"/>
                <a:cs typeface="Times New Roman" panose="02020603050405020304" pitchFamily="18" charset="0"/>
              </a:rPr>
              <a:t>Step </a:t>
            </a:r>
            <a:r>
              <a:rPr lang="en-IN" sz="2400" dirty="0" smtClean="0">
                <a:latin typeface="Times New Roman" panose="02020603050405020304" pitchFamily="18" charset="0"/>
                <a:cs typeface="Times New Roman" panose="02020603050405020304" pitchFamily="18" charset="0"/>
              </a:rPr>
              <a:t>7: </a:t>
            </a:r>
            <a:r>
              <a:rPr lang="en-IN" sz="2400" dirty="0">
                <a:latin typeface="Times New Roman" panose="02020603050405020304" pitchFamily="18" charset="0"/>
                <a:cs typeface="Times New Roman" panose="02020603050405020304" pitchFamily="18" charset="0"/>
              </a:rPr>
              <a:t>If drowsiness </a:t>
            </a:r>
            <a:r>
              <a:rPr lang="en-IN" sz="2400" dirty="0" smtClean="0">
                <a:latin typeface="Times New Roman" panose="02020603050405020304" pitchFamily="18" charset="0"/>
                <a:cs typeface="Times New Roman" panose="02020603050405020304" pitchFamily="18" charset="0"/>
              </a:rPr>
              <a:t>factor&lt;Standard </a:t>
            </a:r>
            <a:r>
              <a:rPr lang="en-IN" sz="2400" dirty="0">
                <a:latin typeface="Times New Roman" panose="02020603050405020304" pitchFamily="18" charset="0"/>
                <a:cs typeface="Times New Roman" panose="02020603050405020304" pitchFamily="18" charset="0"/>
              </a:rPr>
              <a:t>drowsiness factor, Go To 	Step </a:t>
            </a:r>
            <a:r>
              <a:rPr lang="en-IN" sz="2400" dirty="0" smtClean="0">
                <a:latin typeface="Times New Roman" panose="02020603050405020304" pitchFamily="18" charset="0"/>
                <a:cs typeface="Times New Roman" panose="02020603050405020304" pitchFamily="18" charset="0"/>
              </a:rPr>
              <a:t>5.</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727610493"/>
      </p:ext>
    </p:extLst>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2" name="Title 1"/>
          <p:cNvSpPr>
            <a:spLocks noGrp="1"/>
          </p:cNvSpPr>
          <p:nvPr>
            <p:ph type="title"/>
          </p:nvPr>
        </p:nvSpPr>
        <p:spPr/>
        <p:txBody>
          <a:bodyPr/>
          <a:lstStyle/>
          <a:p>
            <a:r>
              <a:rPr lang="en-IN" b="1" dirty="0">
                <a:effectLst>
                  <a:outerShdw blurRad="38100" dist="38100" dir="2700000" algn="tl">
                    <a:srgbClr val="000000">
                      <a:alpha val="43137"/>
                    </a:srgbClr>
                  </a:outerShdw>
                </a:effectLst>
              </a:rPr>
              <a:t>Outputs</a:t>
            </a:r>
          </a:p>
        </p:txBody>
      </p:sp>
      <p:sp>
        <p:nvSpPr>
          <p:cNvPr id="1048663" name="Content Placeholder 2"/>
          <p:cNvSpPr>
            <a:spLocks noGrp="1"/>
          </p:cNvSpPr>
          <p:nvPr>
            <p:ph idx="1"/>
          </p:nvPr>
        </p:nvSpPr>
        <p:spPr/>
        <p:txBody>
          <a:bodyPr/>
          <a:lstStyle/>
          <a:p>
            <a:r>
              <a:rPr lang="en-IN" dirty="0">
                <a:latin typeface="Times New Roman" pitchFamily="18" charset="0"/>
                <a:cs typeface="Times New Roman" pitchFamily="18" charset="0"/>
              </a:rPr>
              <a:t>The first stage of alerting will be like:</a:t>
            </a:r>
          </a:p>
        </p:txBody>
      </p:sp>
      <p:pic>
        <p:nvPicPr>
          <p:cNvPr id="8" name="Picture 7">
            <a:extLst>
              <a:ext uri="{FF2B5EF4-FFF2-40B4-BE49-F238E27FC236}">
                <a16:creationId xmlns:a16="http://schemas.microsoft.com/office/drawing/2014/main" xmlns="" id="{BEE7AAF8-16EF-44CD-9AEB-97BD62CE23DB}"/>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57200" y="2348880"/>
            <a:ext cx="3322713" cy="2558810"/>
          </a:xfrm>
          <a:prstGeom prst="rect">
            <a:avLst/>
          </a:prstGeom>
        </p:spPr>
      </p:pic>
      <p:pic>
        <p:nvPicPr>
          <p:cNvPr id="5" name="Content Placeholder 6">
            <a:extLst>
              <a:ext uri="{FF2B5EF4-FFF2-40B4-BE49-F238E27FC236}">
                <a16:creationId xmlns:a16="http://schemas.microsoft.com/office/drawing/2014/main" xmlns="" id="{1ED4DB5B-5B04-4562-9B98-010580440209}"/>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bwMode="auto">
          <a:xfrm>
            <a:off x="3779913" y="2348880"/>
            <a:ext cx="4906887" cy="255881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effectLst>
                  <a:outerShdw blurRad="38100" dist="38100" dir="2700000" algn="tl">
                    <a:srgbClr val="000000">
                      <a:alpha val="43137"/>
                    </a:srgbClr>
                  </a:outerShdw>
                </a:effectLst>
              </a:rPr>
              <a:t>Contd..</a:t>
            </a:r>
          </a:p>
        </p:txBody>
      </p:sp>
      <p:sp>
        <p:nvSpPr>
          <p:cNvPr id="9" name="Content Placeholder 8"/>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second of alert be like</a:t>
            </a:r>
            <a:endParaRPr lang="en-IN" dirty="0">
              <a:latin typeface="Times New Roman" panose="02020603050405020304" pitchFamily="18" charset="0"/>
              <a:cs typeface="Times New Roman" panose="02020603050405020304" pitchFamily="18" charset="0"/>
            </a:endParaRPr>
          </a:p>
        </p:txBody>
      </p:sp>
      <p:pic>
        <p:nvPicPr>
          <p:cNvPr id="6" name="VID-20200424-WA0018.mp4">
            <a:hlinkClick r:id="" action="ppaction://media"/>
          </p:cNvPr>
          <p:cNvPicPr>
            <a:picLocks noRot="1" noChangeAspect="1"/>
          </p:cNvPicPr>
          <p:nvPr>
            <a:videoFile r:link="rId1"/>
          </p:nvPr>
        </p:nvPicPr>
        <p:blipFill>
          <a:blip r:embed="rId3"/>
          <a:stretch>
            <a:fillRect/>
          </a:stretch>
        </p:blipFill>
        <p:spPr>
          <a:xfrm>
            <a:off x="1214414" y="2428868"/>
            <a:ext cx="6500858" cy="3071834"/>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effectLst>
                  <a:outerShdw blurRad="38100" dist="38100" dir="2700000" algn="tl">
                    <a:srgbClr val="000000">
                      <a:alpha val="43137"/>
                    </a:srgbClr>
                  </a:outerShdw>
                </a:effectLst>
              </a:rPr>
              <a:t>Conclusion</a:t>
            </a:r>
          </a:p>
        </p:txBody>
      </p:sp>
      <p:sp>
        <p:nvSpPr>
          <p:cNvPr id="3" name="Content Placeholder 2"/>
          <p:cNvSpPr>
            <a:spLocks noGrp="1"/>
          </p:cNvSpPr>
          <p:nvPr>
            <p:ph idx="1"/>
          </p:nvPr>
        </p:nvSpPr>
        <p:spPr/>
        <p:txBody>
          <a:bodyPr/>
          <a:lstStyle/>
          <a:p>
            <a:r>
              <a:rPr lang="en-IN" dirty="0">
                <a:latin typeface="Times New Roman" pitchFamily="18" charset="0"/>
                <a:cs typeface="Times New Roman" pitchFamily="18" charset="0"/>
              </a:rPr>
              <a:t>This application can be implemented in the real time to reduce traffic accidents rate.</a:t>
            </a:r>
          </a:p>
          <a:p>
            <a:r>
              <a:rPr lang="en-IN" dirty="0">
                <a:latin typeface="Times New Roman" pitchFamily="18" charset="0"/>
                <a:cs typeface="Times New Roman" pitchFamily="18" charset="0"/>
              </a:rPr>
              <a:t>It can also help drivers to stay awake while driving by giving a warning when the driver is sleepy</a:t>
            </a:r>
            <a:r>
              <a:rPr lang="en-IN" dirty="0"/>
              <a:t>.</a:t>
            </a:r>
          </a:p>
          <a:p>
            <a:r>
              <a:rPr lang="en-IN" dirty="0">
                <a:latin typeface="Times New Roman" pitchFamily="18" charset="0"/>
                <a:cs typeface="Times New Roman" pitchFamily="18" charset="0"/>
              </a:rPr>
              <a:t>It also alerts the driver if he blinks less number of times.</a:t>
            </a:r>
          </a:p>
        </p:txBody>
      </p:sp>
    </p:spTree>
  </p:cSld>
  <p:clrMapOvr>
    <a:masterClrMapping/>
  </p:clrMapOvr>
  <mc:AlternateContent xmlns:mc="http://schemas.openxmlformats.org/markup-compatibility/2006">
    <mc:Choice xmlns:p14="http://schemas.microsoft.com/office/powerpoint/2010/main" xmlns="" Requires="p14">
      <p:transition spd="slow" p14:dur="1600">
        <p14:gallery dir="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
          <p:cNvSpPr>
            <a:spLocks noGrp="1"/>
          </p:cNvSpPr>
          <p:nvPr>
            <p:ph type="title"/>
          </p:nvPr>
        </p:nvSpPr>
        <p:spPr/>
        <p:txBody>
          <a:bodyPr/>
          <a:lstStyle/>
          <a:p>
            <a:r>
              <a:rPr lang="en-US" b="1" dirty="0">
                <a:effectLst>
                  <a:outerShdw blurRad="38100" dist="38100" dir="2700000" algn="tl">
                    <a:srgbClr val="000000">
                      <a:alpha val="43137"/>
                    </a:srgbClr>
                  </a:outerShdw>
                </a:effectLst>
              </a:rPr>
              <a:t>References</a:t>
            </a:r>
          </a:p>
        </p:txBody>
      </p:sp>
      <p:sp>
        <p:nvSpPr>
          <p:cNvPr id="1048624" name="Content Placeholder 2"/>
          <p:cNvSpPr>
            <a:spLocks noGrp="1"/>
          </p:cNvSpPr>
          <p:nvPr>
            <p:ph idx="1"/>
          </p:nvPr>
        </p:nvSpPr>
        <p:spPr/>
        <p:txBody>
          <a:bodyPr/>
          <a:lstStyle/>
          <a:p>
            <a:pPr marL="0" indent="0" algn="just">
              <a:buNone/>
            </a:pPr>
            <a:endParaRPr lang="en-US" sz="1800" i="1" dirty="0">
              <a:latin typeface="Times New Roman" pitchFamily="18" charset="0"/>
              <a:cs typeface="Times New Roman" pitchFamily="18" charset="0"/>
            </a:endParaRPr>
          </a:p>
          <a:p>
            <a:pPr algn="just"/>
            <a:r>
              <a:rPr lang="en-IN" sz="1800" b="1" spc="-60" dirty="0">
                <a:latin typeface="Times New Roman"/>
                <a:cs typeface="Times New Roman"/>
              </a:rPr>
              <a:t>[1]</a:t>
            </a:r>
            <a:r>
              <a:rPr lang="en-IN" sz="1800" i="1" spc="-60" dirty="0">
                <a:latin typeface="Times New Roman"/>
                <a:cs typeface="Times New Roman"/>
              </a:rPr>
              <a:t>  </a:t>
            </a:r>
            <a:r>
              <a:rPr lang="en-IN" sz="1800" i="1" dirty="0" err="1">
                <a:latin typeface="Times New Roman"/>
                <a:cs typeface="Times New Roman"/>
              </a:rPr>
              <a:t>N.Mathiarasi</a:t>
            </a:r>
            <a:r>
              <a:rPr lang="en-IN" sz="1800" i="1" dirty="0">
                <a:latin typeface="Times New Roman"/>
                <a:cs typeface="Times New Roman"/>
              </a:rPr>
              <a:t>, </a:t>
            </a:r>
            <a:r>
              <a:rPr lang="en-IN" sz="1800" i="1" spc="-25" dirty="0">
                <a:latin typeface="Times New Roman"/>
                <a:cs typeface="Times New Roman"/>
              </a:rPr>
              <a:t>T.</a:t>
            </a:r>
            <a:r>
              <a:rPr lang="en-IN" sz="1800" i="1" spc="-25" dirty="0" err="1">
                <a:latin typeface="Times New Roman"/>
                <a:cs typeface="Times New Roman"/>
              </a:rPr>
              <a:t>Sureshkumar</a:t>
            </a:r>
            <a:r>
              <a:rPr lang="en-IN" sz="1800" i="1" spc="-25" dirty="0">
                <a:latin typeface="Times New Roman"/>
                <a:cs typeface="Times New Roman"/>
              </a:rPr>
              <a:t>,”A </a:t>
            </a:r>
            <a:r>
              <a:rPr lang="en-IN" sz="1800" i="1" spc="-5" dirty="0">
                <a:latin typeface="Times New Roman"/>
                <a:cs typeface="Times New Roman"/>
              </a:rPr>
              <a:t>Survey </a:t>
            </a:r>
            <a:r>
              <a:rPr lang="en-IN" sz="1800" i="1" dirty="0">
                <a:latin typeface="Times New Roman"/>
                <a:cs typeface="Times New Roman"/>
              </a:rPr>
              <a:t>on  </a:t>
            </a:r>
            <a:r>
              <a:rPr lang="en-IN" sz="1800" i="1" spc="-10" dirty="0">
                <a:latin typeface="Times New Roman"/>
                <a:cs typeface="Times New Roman"/>
              </a:rPr>
              <a:t>Driver’s </a:t>
            </a:r>
            <a:r>
              <a:rPr lang="en-IN" sz="1800" i="1" spc="-5" dirty="0">
                <a:latin typeface="Times New Roman"/>
                <a:cs typeface="Times New Roman"/>
              </a:rPr>
              <a:t>Drowsiness </a:t>
            </a:r>
            <a:r>
              <a:rPr lang="en-IN" sz="1800" i="1" spc="-10" dirty="0">
                <a:latin typeface="Times New Roman"/>
                <a:cs typeface="Times New Roman"/>
              </a:rPr>
              <a:t>and     	</a:t>
            </a:r>
            <a:r>
              <a:rPr lang="en-IN" sz="1800" i="1" spc="-5" dirty="0">
                <a:latin typeface="Times New Roman"/>
                <a:cs typeface="Times New Roman"/>
              </a:rPr>
              <a:t>Unconsciousness  Detection </a:t>
            </a:r>
            <a:r>
              <a:rPr lang="en-IN" sz="1800" i="1" spc="-5" dirty="0" err="1">
                <a:latin typeface="Times New Roman"/>
                <a:cs typeface="Times New Roman"/>
              </a:rPr>
              <a:t>Methodologies”,in</a:t>
            </a:r>
            <a:r>
              <a:rPr lang="en-IN" sz="1800" i="1" spc="-5" dirty="0">
                <a:latin typeface="Times New Roman"/>
                <a:cs typeface="Times New Roman"/>
              </a:rPr>
              <a:t> </a:t>
            </a:r>
            <a:r>
              <a:rPr lang="en-IN" sz="1800" i="1" dirty="0">
                <a:latin typeface="Times New Roman"/>
                <a:cs typeface="Times New Roman"/>
              </a:rPr>
              <a:t>International </a:t>
            </a:r>
            <a:r>
              <a:rPr lang="en-IN" sz="1800" i="1" spc="-5" dirty="0">
                <a:latin typeface="Times New Roman"/>
                <a:cs typeface="Times New Roman"/>
              </a:rPr>
              <a:t>Journal  </a:t>
            </a:r>
            <a:r>
              <a:rPr lang="en-IN" sz="1800" i="1" dirty="0">
                <a:latin typeface="Times New Roman"/>
                <a:cs typeface="Times New Roman"/>
              </a:rPr>
              <a:t>of  	</a:t>
            </a:r>
            <a:r>
              <a:rPr lang="en-IN" sz="1800" i="1" spc="-5" dirty="0">
                <a:latin typeface="Times New Roman"/>
                <a:cs typeface="Times New Roman"/>
              </a:rPr>
              <a:t>Engineering Development </a:t>
            </a:r>
            <a:r>
              <a:rPr lang="en-IN" sz="1800" i="1" spc="-10" dirty="0">
                <a:latin typeface="Times New Roman"/>
                <a:cs typeface="Times New Roman"/>
              </a:rPr>
              <a:t>and</a:t>
            </a:r>
            <a:r>
              <a:rPr lang="en-IN" sz="1800" i="1" spc="-65" dirty="0">
                <a:latin typeface="Times New Roman"/>
                <a:cs typeface="Times New Roman"/>
              </a:rPr>
              <a:t> </a:t>
            </a:r>
            <a:r>
              <a:rPr lang="en-IN" sz="1800" i="1" spc="-5" dirty="0">
                <a:latin typeface="Times New Roman"/>
                <a:cs typeface="Times New Roman"/>
              </a:rPr>
              <a:t>Research,2014.</a:t>
            </a:r>
            <a:endParaRPr lang="en-IN" sz="1800" b="1" i="1" spc="-5" dirty="0">
              <a:latin typeface="Times New Roman"/>
              <a:cs typeface="Times New Roman"/>
            </a:endParaRPr>
          </a:p>
          <a:p>
            <a:pPr algn="just"/>
            <a:endParaRPr lang="en-IN" sz="1800" i="1" spc="-60" dirty="0">
              <a:latin typeface="Times New Roman"/>
              <a:cs typeface="Times New Roman"/>
            </a:endParaRPr>
          </a:p>
          <a:p>
            <a:pPr algn="just"/>
            <a:r>
              <a:rPr lang="en-IN" sz="1800" b="1" spc="-5" dirty="0">
                <a:latin typeface="Times New Roman" panose="02020603050405020304" pitchFamily="18" charset="0"/>
                <a:cs typeface="Times New Roman" panose="02020603050405020304" pitchFamily="18" charset="0"/>
              </a:rPr>
              <a:t>[2]</a:t>
            </a:r>
            <a:r>
              <a:rPr lang="en-IN" sz="1800" i="1" spc="-5" dirty="0">
                <a:latin typeface="Times New Roman" panose="02020603050405020304" pitchFamily="18" charset="0"/>
                <a:cs typeface="Times New Roman" panose="02020603050405020304" pitchFamily="18" charset="0"/>
              </a:rPr>
              <a:t>   </a:t>
            </a:r>
            <a:r>
              <a:rPr lang="en-IN" sz="1800" i="1" spc="-60" dirty="0" err="1">
                <a:latin typeface="Times New Roman"/>
                <a:cs typeface="Times New Roman"/>
              </a:rPr>
              <a:t>Dr.</a:t>
            </a:r>
            <a:r>
              <a:rPr lang="en-IN" sz="1800" i="1" spc="-60" dirty="0">
                <a:latin typeface="Times New Roman"/>
                <a:cs typeface="Times New Roman"/>
              </a:rPr>
              <a:t> </a:t>
            </a:r>
            <a:r>
              <a:rPr lang="en-IN" sz="1800" i="1" spc="-5" dirty="0">
                <a:latin typeface="Times New Roman"/>
                <a:cs typeface="Times New Roman"/>
              </a:rPr>
              <a:t>Amitabh </a:t>
            </a:r>
            <a:r>
              <a:rPr lang="en-IN" sz="1800" i="1" spc="-55" dirty="0" err="1">
                <a:latin typeface="Times New Roman"/>
                <a:cs typeface="Times New Roman"/>
              </a:rPr>
              <a:t>Wahi</a:t>
            </a:r>
            <a:r>
              <a:rPr lang="en-IN" sz="1800" i="1" spc="-55" dirty="0">
                <a:latin typeface="Times New Roman"/>
                <a:cs typeface="Times New Roman"/>
              </a:rPr>
              <a:t>, </a:t>
            </a:r>
            <a:r>
              <a:rPr lang="en-IN" sz="1800" i="1" spc="-5" dirty="0">
                <a:latin typeface="Times New Roman"/>
                <a:cs typeface="Times New Roman"/>
              </a:rPr>
              <a:t>Prof. S. </a:t>
            </a:r>
            <a:r>
              <a:rPr lang="en-IN" sz="1800" i="1" spc="-20" dirty="0" err="1">
                <a:latin typeface="Times New Roman"/>
                <a:cs typeface="Times New Roman"/>
              </a:rPr>
              <a:t>Sundaramurthy</a:t>
            </a:r>
            <a:r>
              <a:rPr lang="en-IN" sz="1800" i="1" spc="-20" dirty="0">
                <a:latin typeface="Times New Roman"/>
                <a:cs typeface="Times New Roman"/>
              </a:rPr>
              <a:t>, </a:t>
            </a:r>
            <a:r>
              <a:rPr lang="en-IN" sz="1800" i="1" spc="-5" dirty="0">
                <a:latin typeface="Times New Roman"/>
                <a:cs typeface="Times New Roman"/>
              </a:rPr>
              <a:t>Ms P.</a:t>
            </a:r>
            <a:r>
              <a:rPr lang="en-US" sz="1800" i="1" spc="-5" dirty="0">
                <a:latin typeface="Times New Roman"/>
                <a:cs typeface="Times New Roman"/>
              </a:rPr>
              <a:t> </a:t>
            </a:r>
            <a:r>
              <a:rPr lang="en-US" sz="1800" i="1" spc="-5" dirty="0" err="1">
                <a:latin typeface="Times New Roman"/>
                <a:cs typeface="Times New Roman"/>
              </a:rPr>
              <a:t>Abinaya</a:t>
            </a:r>
            <a:r>
              <a:rPr lang="en-US" sz="1800" i="1" spc="-5" dirty="0">
                <a:latin typeface="Times New Roman"/>
                <a:cs typeface="Times New Roman"/>
              </a:rPr>
              <a:t>,”A Survey </a:t>
            </a:r>
            <a:r>
              <a:rPr lang="en-US" sz="1800" i="1" dirty="0">
                <a:latin typeface="Times New Roman"/>
                <a:cs typeface="Times New Roman"/>
              </a:rPr>
              <a:t>on  	</a:t>
            </a:r>
            <a:r>
              <a:rPr lang="en-US" sz="1800" i="1" spc="-5" dirty="0">
                <a:latin typeface="Times New Roman"/>
                <a:cs typeface="Times New Roman"/>
              </a:rPr>
              <a:t>Automatic Drowsy Driver  Detection System</a:t>
            </a:r>
            <a:r>
              <a:rPr lang="en-US" sz="1800" i="1" dirty="0">
                <a:latin typeface="Times New Roman"/>
                <a:cs typeface="Times New Roman"/>
              </a:rPr>
              <a:t> </a:t>
            </a:r>
            <a:r>
              <a:rPr lang="en-US" sz="1800" i="1" spc="-5" dirty="0">
                <a:latin typeface="Times New Roman"/>
                <a:cs typeface="Times New Roman"/>
              </a:rPr>
              <a:t>in </a:t>
            </a:r>
            <a:r>
              <a:rPr lang="en-US" sz="1800" i="1" dirty="0">
                <a:latin typeface="Times New Roman"/>
                <a:cs typeface="Times New Roman"/>
              </a:rPr>
              <a:t>Image </a:t>
            </a:r>
            <a:r>
              <a:rPr lang="en-US" sz="1800" i="1" spc="-5" dirty="0">
                <a:latin typeface="Times New Roman"/>
                <a:cs typeface="Times New Roman"/>
              </a:rPr>
              <a:t>Processing”, in  	</a:t>
            </a:r>
            <a:r>
              <a:rPr lang="en-US" sz="1800" i="1" dirty="0">
                <a:latin typeface="Times New Roman"/>
                <a:cs typeface="Times New Roman"/>
              </a:rPr>
              <a:t>International </a:t>
            </a:r>
            <a:r>
              <a:rPr lang="en-US" sz="1800" i="1" spc="-5" dirty="0">
                <a:latin typeface="Times New Roman"/>
                <a:cs typeface="Times New Roman"/>
              </a:rPr>
              <a:t>Journal Of </a:t>
            </a:r>
            <a:r>
              <a:rPr lang="en-US" sz="1800" i="1" dirty="0">
                <a:latin typeface="Times New Roman"/>
                <a:cs typeface="Times New Roman"/>
              </a:rPr>
              <a:t>Innovative </a:t>
            </a:r>
            <a:r>
              <a:rPr lang="en-US" sz="1800" i="1" spc="-5" dirty="0">
                <a:latin typeface="Times New Roman"/>
                <a:cs typeface="Times New Roman"/>
              </a:rPr>
              <a:t>Science And  Applied Engineering	 </a:t>
            </a:r>
            <a:r>
              <a:rPr lang="en-US" sz="1800" i="1" spc="-10" dirty="0">
                <a:latin typeface="Times New Roman"/>
                <a:cs typeface="Times New Roman"/>
              </a:rPr>
              <a:t>Research</a:t>
            </a:r>
            <a:r>
              <a:rPr lang="en-US" sz="1800" i="1" spc="-50" dirty="0">
                <a:latin typeface="Times New Roman"/>
                <a:cs typeface="Times New Roman"/>
              </a:rPr>
              <a:t> </a:t>
            </a:r>
            <a:r>
              <a:rPr lang="en-US" sz="1800" i="1" dirty="0">
                <a:latin typeface="Times New Roman"/>
                <a:cs typeface="Times New Roman"/>
              </a:rPr>
              <a:t>(IJISAER),2014.</a:t>
            </a:r>
            <a:endParaRPr lang="en-US" sz="1800" b="1" i="1" dirty="0">
              <a:latin typeface="Times New Roman"/>
              <a:cs typeface="Times New Roman"/>
            </a:endParaRPr>
          </a:p>
          <a:p>
            <a:pPr algn="just"/>
            <a:r>
              <a:rPr lang="en-US" sz="1800" b="1" spc="-5" dirty="0">
                <a:latin typeface="Times New Roman"/>
                <a:cs typeface="Times New Roman"/>
              </a:rPr>
              <a:t>[3]</a:t>
            </a:r>
            <a:r>
              <a:rPr lang="en-US" sz="1800" b="1" i="1" spc="-5" dirty="0">
                <a:latin typeface="Times New Roman"/>
                <a:cs typeface="Times New Roman"/>
              </a:rPr>
              <a:t> </a:t>
            </a:r>
            <a:r>
              <a:rPr lang="en-IN" sz="1800" i="1" spc="-5" dirty="0">
                <a:latin typeface="Times New Roman" panose="02020603050405020304" pitchFamily="18" charset="0"/>
                <a:cs typeface="Times New Roman" panose="02020603050405020304" pitchFamily="18" charset="0"/>
              </a:rPr>
              <a:t>   Omkar </a:t>
            </a:r>
            <a:r>
              <a:rPr lang="en-IN" sz="1800" i="1" spc="-5" dirty="0" err="1">
                <a:latin typeface="Times New Roman" panose="02020603050405020304" pitchFamily="18" charset="0"/>
                <a:cs typeface="Times New Roman" panose="02020603050405020304" pitchFamily="18" charset="0"/>
              </a:rPr>
              <a:t>Dharmadhikari,Revati</a:t>
            </a:r>
            <a:r>
              <a:rPr lang="en-IN" sz="1800" i="1" spc="-5" dirty="0">
                <a:latin typeface="Times New Roman" panose="02020603050405020304" pitchFamily="18" charset="0"/>
                <a:cs typeface="Times New Roman" panose="02020603050405020304" pitchFamily="18" charset="0"/>
              </a:rPr>
              <a:t> </a:t>
            </a:r>
            <a:r>
              <a:rPr lang="en-IN" sz="1800" i="1" spc="-20" dirty="0" err="1">
                <a:latin typeface="Times New Roman" panose="02020603050405020304" pitchFamily="18" charset="0"/>
                <a:cs typeface="Times New Roman" panose="02020603050405020304" pitchFamily="18" charset="0"/>
              </a:rPr>
              <a:t>Bhor,Pranjal</a:t>
            </a:r>
            <a:r>
              <a:rPr lang="en-IN" sz="1800" i="1" spc="-20" dirty="0">
                <a:latin typeface="Times New Roman" panose="02020603050405020304" pitchFamily="18" charset="0"/>
                <a:cs typeface="Times New Roman" panose="02020603050405020304" pitchFamily="18" charset="0"/>
              </a:rPr>
              <a:t>  </a:t>
            </a:r>
            <a:r>
              <a:rPr lang="en-IN" sz="1800" i="1" spc="-25" dirty="0" err="1">
                <a:latin typeface="Times New Roman" panose="02020603050405020304" pitchFamily="18" charset="0"/>
                <a:cs typeface="Times New Roman" panose="02020603050405020304" pitchFamily="18" charset="0"/>
              </a:rPr>
              <a:t>Mahajan,H.V</a:t>
            </a:r>
            <a:r>
              <a:rPr lang="en-IN" sz="1800" i="1" spc="-25" dirty="0">
                <a:latin typeface="Times New Roman" panose="02020603050405020304" pitchFamily="18" charset="0"/>
                <a:cs typeface="Times New Roman" panose="02020603050405020304" pitchFamily="18" charset="0"/>
              </a:rPr>
              <a:t>. </a:t>
            </a:r>
            <a:r>
              <a:rPr lang="en-IN" sz="1800" i="1" spc="-20" dirty="0" err="1">
                <a:latin typeface="Times New Roman" panose="02020603050405020304" pitchFamily="18" charset="0"/>
                <a:cs typeface="Times New Roman" panose="02020603050405020304" pitchFamily="18" charset="0"/>
              </a:rPr>
              <a:t>Kumbhar</a:t>
            </a:r>
            <a:r>
              <a:rPr lang="en-IN" sz="1800" i="1" spc="-20" dirty="0">
                <a:latin typeface="Times New Roman" panose="02020603050405020304" pitchFamily="18" charset="0"/>
                <a:cs typeface="Times New Roman" panose="02020603050405020304" pitchFamily="18" charset="0"/>
              </a:rPr>
              <a:t>,”Survey 	</a:t>
            </a:r>
            <a:r>
              <a:rPr lang="en-IN" sz="1800" i="1" spc="-5" dirty="0">
                <a:latin typeface="Times New Roman" panose="02020603050405020304" pitchFamily="18" charset="0"/>
                <a:cs typeface="Times New Roman" panose="02020603050405020304" pitchFamily="18" charset="0"/>
              </a:rPr>
              <a:t>on </a:t>
            </a:r>
            <a:r>
              <a:rPr lang="en-IN" sz="1800" i="1" dirty="0">
                <a:latin typeface="Times New Roman" panose="02020603050405020304" pitchFamily="18" charset="0"/>
                <a:cs typeface="Times New Roman" panose="02020603050405020304" pitchFamily="18" charset="0"/>
              </a:rPr>
              <a:t>Driver’s  </a:t>
            </a:r>
            <a:r>
              <a:rPr lang="en-IN" sz="1800" i="1" spc="-5" dirty="0">
                <a:latin typeface="Times New Roman" panose="02020603050405020304" pitchFamily="18" charset="0"/>
                <a:cs typeface="Times New Roman" panose="02020603050405020304" pitchFamily="18" charset="0"/>
              </a:rPr>
              <a:t>Drowsiness Detection </a:t>
            </a:r>
            <a:r>
              <a:rPr lang="en-IN" sz="1800" i="1" spc="-10" dirty="0">
                <a:latin typeface="Times New Roman" panose="02020603050405020304" pitchFamily="18" charset="0"/>
                <a:cs typeface="Times New Roman" panose="02020603050405020304" pitchFamily="18" charset="0"/>
              </a:rPr>
              <a:t>System”, International  </a:t>
            </a:r>
            <a:r>
              <a:rPr lang="en-IN" sz="1800" i="1" dirty="0">
                <a:latin typeface="Times New Roman" panose="02020603050405020304" pitchFamily="18" charset="0"/>
                <a:cs typeface="Times New Roman" panose="02020603050405020304" pitchFamily="18" charset="0"/>
              </a:rPr>
              <a:t>Journal </a:t>
            </a:r>
            <a:r>
              <a:rPr lang="en-IN" sz="1800" i="1" spc="-5" dirty="0">
                <a:latin typeface="Times New Roman" panose="02020603050405020304" pitchFamily="18" charset="0"/>
                <a:cs typeface="Times New Roman" panose="02020603050405020304" pitchFamily="18" charset="0"/>
              </a:rPr>
              <a:t>of 	Computer </a:t>
            </a:r>
            <a:r>
              <a:rPr lang="en-IN" sz="1800" i="1" spc="-10" dirty="0">
                <a:latin typeface="Times New Roman" panose="02020603050405020304" pitchFamily="18" charset="0"/>
                <a:cs typeface="Times New Roman" panose="02020603050405020304" pitchFamily="18" charset="0"/>
              </a:rPr>
              <a:t>Applications </a:t>
            </a:r>
            <a:r>
              <a:rPr lang="en-IN" sz="1800" i="1" dirty="0">
                <a:latin typeface="Times New Roman" panose="02020603050405020304" pitchFamily="18" charset="0"/>
                <a:cs typeface="Times New Roman" panose="02020603050405020304" pitchFamily="18" charset="0"/>
              </a:rPr>
              <a:t>(0975 –  </a:t>
            </a:r>
            <a:r>
              <a:rPr lang="en-IN" sz="1800" i="1" spc="-20" dirty="0">
                <a:latin typeface="Times New Roman" panose="02020603050405020304" pitchFamily="18" charset="0"/>
                <a:cs typeface="Times New Roman" panose="02020603050405020304" pitchFamily="18" charset="0"/>
              </a:rPr>
              <a:t>8887)Volume </a:t>
            </a:r>
            <a:r>
              <a:rPr lang="en-IN" sz="1800" i="1" spc="-5" dirty="0">
                <a:latin typeface="Times New Roman" panose="02020603050405020304" pitchFamily="18" charset="0"/>
                <a:cs typeface="Times New Roman" panose="02020603050405020304" pitchFamily="18" charset="0"/>
              </a:rPr>
              <a:t>132 </a:t>
            </a:r>
            <a:r>
              <a:rPr lang="en-IN" sz="1800" i="1" dirty="0">
                <a:latin typeface="Times New Roman" panose="02020603050405020304" pitchFamily="18" charset="0"/>
                <a:cs typeface="Times New Roman" panose="02020603050405020304" pitchFamily="18" charset="0"/>
              </a:rPr>
              <a:t>– </a:t>
            </a:r>
            <a:r>
              <a:rPr lang="en-IN" sz="1800" i="1" spc="-5" dirty="0">
                <a:latin typeface="Times New Roman" panose="02020603050405020304" pitchFamily="18" charset="0"/>
                <a:cs typeface="Times New Roman" panose="02020603050405020304" pitchFamily="18" charset="0"/>
              </a:rPr>
              <a:t>No.5, December</a:t>
            </a:r>
            <a:r>
              <a:rPr lang="en-IN" sz="1800" i="1" spc="-60" dirty="0">
                <a:latin typeface="Times New Roman" panose="02020603050405020304" pitchFamily="18" charset="0"/>
                <a:cs typeface="Times New Roman" panose="02020603050405020304" pitchFamily="18" charset="0"/>
              </a:rPr>
              <a:t> </a:t>
            </a:r>
            <a:r>
              <a:rPr lang="en-IN" sz="1800" i="1" spc="-5" dirty="0">
                <a:latin typeface="Times New Roman" panose="02020603050405020304" pitchFamily="18" charset="0"/>
                <a:cs typeface="Times New Roman" panose="02020603050405020304" pitchFamily="18" charset="0"/>
              </a:rPr>
              <a:t>2015.</a:t>
            </a:r>
            <a:endParaRPr lang="en-IN" sz="1800" b="1" i="1" spc="-5" dirty="0">
              <a:latin typeface="Times New Roman" panose="02020603050405020304" pitchFamily="18" charset="0"/>
              <a:cs typeface="Times New Roman" panose="02020603050405020304" pitchFamily="18" charset="0"/>
            </a:endParaRPr>
          </a:p>
          <a:p>
            <a:pPr marL="12065" marR="5080" indent="0" algn="just">
              <a:spcBef>
                <a:spcPts val="100"/>
              </a:spcBef>
              <a:buClr>
                <a:srgbClr val="CC9900"/>
              </a:buClr>
              <a:buSzPct val="51666"/>
              <a:buNone/>
              <a:tabLst>
                <a:tab pos="375920" algn="l"/>
                <a:tab pos="376555" algn="l"/>
              </a:tabLst>
            </a:pPr>
            <a:endParaRPr lang="en-IN" sz="1800" i="1" spc="-5" dirty="0">
              <a:latin typeface="Times New Roman" panose="02020603050405020304" pitchFamily="18" charset="0"/>
              <a:cs typeface="Times New Roman" panose="02020603050405020304" pitchFamily="18" charset="0"/>
            </a:endParaRPr>
          </a:p>
          <a:p>
            <a:pPr algn="just"/>
            <a:endParaRPr lang="en-IN" sz="1800" b="1" i="1" spc="-5" dirty="0">
              <a:latin typeface="Times New Roman" panose="02020603050405020304" pitchFamily="18" charset="0"/>
              <a:cs typeface="Times New Roman" panose="02020603050405020304" pitchFamily="18" charset="0"/>
            </a:endParaRPr>
          </a:p>
          <a:p>
            <a:pPr algn="just"/>
            <a:endParaRPr lang="en-IN" sz="1800" i="1" spc="-5" dirty="0">
              <a:latin typeface="Times New Roman" panose="02020603050405020304" pitchFamily="18" charset="0"/>
              <a:cs typeface="Times New Roman" panose="02020603050405020304" pitchFamily="18" charset="0"/>
            </a:endParaRPr>
          </a:p>
          <a:p>
            <a:pPr marL="0" indent="0" algn="just">
              <a:buNone/>
            </a:pPr>
            <a:endParaRPr lang="en-US" sz="1800" i="1" dirty="0">
              <a:latin typeface="Times New Roman" pitchFamily="18" charset="0"/>
              <a:cs typeface="Times New Roman" pitchFamily="18"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9" name="Title 3"/>
          <p:cNvSpPr>
            <a:spLocks noGrp="1"/>
          </p:cNvSpPr>
          <p:nvPr>
            <p:ph type="title"/>
          </p:nvPr>
        </p:nvSpPr>
        <p:spPr>
          <a:xfrm>
            <a:off x="722313" y="4406900"/>
            <a:ext cx="7772400" cy="774700"/>
          </a:xfrm>
        </p:spPr>
        <p:txBody>
          <a:bodyPr/>
          <a:lstStyle/>
          <a:p>
            <a:pPr algn="ctr" eaLnBrk="1" hangingPunct="1"/>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Thank you</a:t>
            </a:r>
          </a:p>
        </p:txBody>
      </p:sp>
      <p:sp>
        <p:nvSpPr>
          <p:cNvPr id="1048670" name="Text Placeholder 4"/>
          <p:cNvSpPr>
            <a:spLocks noGrp="1"/>
          </p:cNvSpPr>
          <p:nvPr>
            <p:ph type="body" idx="1"/>
          </p:nvPr>
        </p:nvSpPr>
        <p:spPr>
          <a:xfrm>
            <a:off x="685800" y="609600"/>
            <a:ext cx="7772400" cy="1500188"/>
          </a:xfrm>
        </p:spPr>
        <p:txBody>
          <a:bodyPr/>
          <a:lstStyle/>
          <a:p>
            <a:pPr algn="ctr" eaLnBrk="1" hangingPunct="1"/>
            <a:r>
              <a:rPr lang="en-US" sz="5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Queries</a:t>
            </a:r>
          </a:p>
        </p:txBody>
      </p:sp>
      <p:sp>
        <p:nvSpPr>
          <p:cNvPr id="1048671" name="Rectangle 5"/>
          <p:cNvSpPr/>
          <p:nvPr/>
        </p:nvSpPr>
        <p:spPr>
          <a:xfrm>
            <a:off x="3886200" y="2362200"/>
            <a:ext cx="1676400" cy="1805941"/>
          </a:xfrm>
          <a:prstGeom prst="rect">
            <a:avLst/>
          </a:prstGeom>
          <a:solidFill>
            <a:schemeClr val="accent3"/>
          </a:solidFill>
          <a:ln>
            <a:solidFill>
              <a:schemeClr val="tx1"/>
            </a:solidFill>
          </a:ln>
          <a:effectLst/>
          <a:scene3d>
            <a:camera prst="orthographicFront"/>
            <a:lightRig rig="threePt" dir="t"/>
          </a:scene3d>
          <a:sp3d>
            <a:bevelT w="114300" prst="hardEdge"/>
          </a:sp3d>
        </p:spPr>
        <p:txBody>
          <a:bodyPr>
            <a:spAutoFit/>
          </a:bodyPr>
          <a:lstStyle/>
          <a:p>
            <a:pPr algn="ctr" fontAlgn="auto">
              <a:spcBef>
                <a:spcPts val="0"/>
              </a:spcBef>
              <a:spcAft>
                <a:spcPts val="0"/>
              </a:spcAft>
            </a:pPr>
            <a:r>
              <a:rPr lang="en-US" sz="115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outerShdw blurRad="38100" dist="38100" dir="2700000" algn="tl">
                    <a:srgbClr val="000000">
                      <a:alpha val="43137"/>
                    </a:srgbClr>
                  </a:outerShdw>
                  <a:reflection blurRad="12700" stA="28000" endPos="45000" dist="1000" dir="5400000" sy="-100000" algn="bl" rotWithShape="0"/>
                </a:effectLst>
                <a:latin typeface="+mn-lt"/>
                <a:cs typeface="+mn-cs"/>
              </a:rPr>
              <a:t>?</a:t>
            </a:r>
            <a:endParaRPr lang="en-US" sz="115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outerShdw blurRad="38100" dist="38100" dir="2700000" algn="tl">
                  <a:srgbClr val="000000">
                    <a:alpha val="43137"/>
                  </a:srgbClr>
                </a:outerShdw>
                <a:reflection blurRad="12700" stA="28000" endPos="45000" dist="1000" dir="5400000" sy="-100000" algn="bl" rotWithShape="0"/>
              </a:effectLst>
              <a:latin typeface="Jokerman" pitchFamily="82" charset="0"/>
              <a:cs typeface="+mn-cs"/>
            </a:endParaRPr>
          </a:p>
        </p:txBody>
      </p:sp>
    </p:spTree>
  </p:cSld>
  <p:clrMapOvr>
    <a:masterClrMapping/>
  </p:clrMapOvr>
  <p:transition/>
</p:sld>
</file>

<file path=ppt/theme/theme1.xml><?xml version="1.0" encoding="utf-8"?>
<a:theme xmlns:a="http://schemas.openxmlformats.org/drawingml/2006/main" name="Theme1">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419</TotalTime>
  <Words>417</Words>
  <Application>Microsoft Office PowerPoint</Application>
  <PresentationFormat>On-screen Show (4:3)</PresentationFormat>
  <Paragraphs>83</Paragraphs>
  <Slides>17</Slides>
  <Notes>3</Notes>
  <HiddenSlides>0</HiddenSlides>
  <MMClips>1</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Theme1</vt:lpstr>
      <vt:lpstr>Driver’s Drowsiness Detection</vt:lpstr>
      <vt:lpstr>Contents </vt:lpstr>
      <vt:lpstr>Introduction</vt:lpstr>
      <vt:lpstr>Existing System</vt:lpstr>
      <vt:lpstr>Proposed System</vt:lpstr>
      <vt:lpstr>Requirements</vt:lpstr>
      <vt:lpstr>Problem Definition</vt:lpstr>
      <vt:lpstr>UML Diagrams Use case Diagram</vt:lpstr>
      <vt:lpstr>Contd..</vt:lpstr>
      <vt:lpstr>Contd..</vt:lpstr>
      <vt:lpstr>Data Flow Diagram</vt:lpstr>
      <vt:lpstr>Implementation</vt:lpstr>
      <vt:lpstr>Outputs</vt:lpstr>
      <vt:lpstr>Contd..</vt:lpstr>
      <vt:lpstr>Conclusion</vt:lpstr>
      <vt:lpstr>References</vt:lpstr>
      <vt:lpstr>  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Finishing School Programme on C Programming</dc:title>
  <dc:creator>Hitendra</dc:creator>
  <cp:lastModifiedBy>Windows User</cp:lastModifiedBy>
  <cp:revision>41</cp:revision>
  <dcterms:created xsi:type="dcterms:W3CDTF">2006-08-15T02:00:00Z</dcterms:created>
  <dcterms:modified xsi:type="dcterms:W3CDTF">2020-08-20T13:23:03Z</dcterms:modified>
</cp:coreProperties>
</file>